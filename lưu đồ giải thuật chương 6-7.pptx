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2" d="100"/>
          <a:sy n="82" d="100"/>
        </p:scale>
        <p:origin x="2994" y="-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6A6FD-7D15-4EA0-9EB1-5EB455B2BF3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DA2C7-3B25-458D-8A55-C23E7D40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80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6A6FD-7D15-4EA0-9EB1-5EB455B2BF3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DA2C7-3B25-458D-8A55-C23E7D40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720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6A6FD-7D15-4EA0-9EB1-5EB455B2BF3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DA2C7-3B25-458D-8A55-C23E7D40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974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6A6FD-7D15-4EA0-9EB1-5EB455B2BF3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DA2C7-3B25-458D-8A55-C23E7D40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30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6A6FD-7D15-4EA0-9EB1-5EB455B2BF3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DA2C7-3B25-458D-8A55-C23E7D40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399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6A6FD-7D15-4EA0-9EB1-5EB455B2BF3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DA2C7-3B25-458D-8A55-C23E7D40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743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6A6FD-7D15-4EA0-9EB1-5EB455B2BF3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DA2C7-3B25-458D-8A55-C23E7D40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792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6A6FD-7D15-4EA0-9EB1-5EB455B2BF3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DA2C7-3B25-458D-8A55-C23E7D40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335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6A6FD-7D15-4EA0-9EB1-5EB455B2BF3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DA2C7-3B25-458D-8A55-C23E7D40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136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6A6FD-7D15-4EA0-9EB1-5EB455B2BF3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DA2C7-3B25-458D-8A55-C23E7D40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045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6A6FD-7D15-4EA0-9EB1-5EB455B2BF3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DA2C7-3B25-458D-8A55-C23E7D40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220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66A6FD-7D15-4EA0-9EB1-5EB455B2BF3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5DA2C7-3B25-458D-8A55-C23E7D401F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795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13C0971-1F05-CFF6-F628-AA471C8D9E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687" y="444259"/>
            <a:ext cx="5874626" cy="454376"/>
          </a:xfrm>
        </p:spPr>
        <p:txBody>
          <a:bodyPr/>
          <a:lstStyle/>
          <a:p>
            <a:r>
              <a:rPr lang="en-US" sz="18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PHẦN 1: LƯU ĐỒ GIẢI THUẬT CỦA CHƯƠNG 6 &amp; 7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93690D0-EB9A-62A3-77B7-09A847BA2E1A}"/>
              </a:ext>
            </a:extLst>
          </p:cNvPr>
          <p:cNvSpPr txBox="1">
            <a:spLocks/>
          </p:cNvSpPr>
          <p:nvPr/>
        </p:nvSpPr>
        <p:spPr>
          <a:xfrm>
            <a:off x="-275404" y="2062044"/>
            <a:ext cx="1534182" cy="454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kern="10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STRING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DB483DE4-9638-DC24-940E-1E8A4E9DBF97}"/>
              </a:ext>
            </a:extLst>
          </p:cNvPr>
          <p:cNvSpPr/>
          <p:nvPr/>
        </p:nvSpPr>
        <p:spPr>
          <a:xfrm>
            <a:off x="1043940" y="1996440"/>
            <a:ext cx="1447800" cy="556260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Bắt đầu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76EC9DF-BAD8-B02C-F1EC-198F0CDE51EE}"/>
              </a:ext>
            </a:extLst>
          </p:cNvPr>
          <p:cNvCxnSpPr>
            <a:cxnSpLocks/>
          </p:cNvCxnSpPr>
          <p:nvPr/>
        </p:nvCxnSpPr>
        <p:spPr>
          <a:xfrm>
            <a:off x="1689259" y="2552700"/>
            <a:ext cx="0" cy="483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B3F2D78-2D6F-E7AE-3C8A-119F7CB27096}"/>
              </a:ext>
            </a:extLst>
          </p:cNvPr>
          <p:cNvSpPr/>
          <p:nvPr/>
        </p:nvSpPr>
        <p:spPr>
          <a:xfrm>
            <a:off x="664369" y="3038475"/>
            <a:ext cx="2243136" cy="6691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 Chuỗi dữ liệu (data) </a:t>
            </a:r>
          </a:p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"Fromstephen.marquard@uct.ac.za ..."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209B032-6453-70A0-195D-5CC2805E4836}"/>
              </a:ext>
            </a:extLst>
          </p:cNvPr>
          <p:cNvCxnSpPr>
            <a:cxnSpLocks/>
          </p:cNvCxnSpPr>
          <p:nvPr/>
        </p:nvCxnSpPr>
        <p:spPr>
          <a:xfrm>
            <a:off x="1694974" y="3707607"/>
            <a:ext cx="0" cy="483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C233A76-5F13-3A32-DF23-F4DFD9EBDC41}"/>
              </a:ext>
            </a:extLst>
          </p:cNvPr>
          <p:cNvSpPr/>
          <p:nvPr/>
        </p:nvSpPr>
        <p:spPr>
          <a:xfrm>
            <a:off x="701040" y="4181478"/>
            <a:ext cx="2243136" cy="6691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 vị trí ký tự '@’ </a:t>
            </a:r>
          </a:p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atpos = data.find('@')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3243E6-2939-89FC-4ADB-425474A08B42}"/>
              </a:ext>
            </a:extLst>
          </p:cNvPr>
          <p:cNvSpPr/>
          <p:nvPr/>
        </p:nvSpPr>
        <p:spPr>
          <a:xfrm>
            <a:off x="701039" y="6488801"/>
            <a:ext cx="2340599" cy="5016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CẮT CHUỖI (Slicing) </a:t>
            </a:r>
            <a:endParaRPr lang="en-US" sz="1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vi-VN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Lấy từ (atpos + 1) đến trước (sppos)   host = data[atpos+1 : sppos] </a:t>
            </a:r>
            <a:endParaRPr lang="en-US" sz="1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7C601D-001D-64AB-9F66-17B3DC5EB5FA}"/>
              </a:ext>
            </a:extLst>
          </p:cNvPr>
          <p:cNvSpPr/>
          <p:nvPr/>
        </p:nvSpPr>
        <p:spPr>
          <a:xfrm>
            <a:off x="701040" y="5336275"/>
            <a:ext cx="2243136" cy="6691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 khoảng trắng ĐẦU TIÊN sau '@'  sppos = data.find(' ', atpos)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9923891-C1A6-DBF1-B29D-A1FED9C5B963}"/>
              </a:ext>
            </a:extLst>
          </p:cNvPr>
          <p:cNvCxnSpPr>
            <a:cxnSpLocks/>
          </p:cNvCxnSpPr>
          <p:nvPr/>
        </p:nvCxnSpPr>
        <p:spPr>
          <a:xfrm>
            <a:off x="1689259" y="4850610"/>
            <a:ext cx="0" cy="483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B0D4D6C-5D00-5CAC-B895-9F56155BF007}"/>
              </a:ext>
            </a:extLst>
          </p:cNvPr>
          <p:cNvCxnSpPr>
            <a:cxnSpLocks/>
          </p:cNvCxnSpPr>
          <p:nvPr/>
        </p:nvCxnSpPr>
        <p:spPr>
          <a:xfrm>
            <a:off x="1689259" y="6990450"/>
            <a:ext cx="0" cy="483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FA78296-C01F-377C-6776-D18FD4F585F0}"/>
              </a:ext>
            </a:extLst>
          </p:cNvPr>
          <p:cNvCxnSpPr>
            <a:cxnSpLocks/>
          </p:cNvCxnSpPr>
          <p:nvPr/>
        </p:nvCxnSpPr>
        <p:spPr>
          <a:xfrm>
            <a:off x="1695133" y="6005407"/>
            <a:ext cx="0" cy="483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1A01541-F42A-F655-3E38-8E0916AFC0FC}"/>
              </a:ext>
            </a:extLst>
          </p:cNvPr>
          <p:cNvSpPr/>
          <p:nvPr/>
        </p:nvSpPr>
        <p:spPr>
          <a:xfrm>
            <a:off x="701040" y="7492099"/>
            <a:ext cx="2243136" cy="6691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kết quả : host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FBAF670-7D31-1E05-6B9C-D2DC2F87F559}"/>
              </a:ext>
            </a:extLst>
          </p:cNvPr>
          <p:cNvCxnSpPr>
            <a:cxnSpLocks/>
          </p:cNvCxnSpPr>
          <p:nvPr/>
        </p:nvCxnSpPr>
        <p:spPr>
          <a:xfrm>
            <a:off x="1689259" y="8161231"/>
            <a:ext cx="0" cy="483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Flowchart: Terminator 22">
            <a:extLst>
              <a:ext uri="{FF2B5EF4-FFF2-40B4-BE49-F238E27FC236}">
                <a16:creationId xmlns:a16="http://schemas.microsoft.com/office/drawing/2014/main" id="{B4456DFD-2598-4CEC-23EE-25F68D74C98B}"/>
              </a:ext>
            </a:extLst>
          </p:cNvPr>
          <p:cNvSpPr/>
          <p:nvPr/>
        </p:nvSpPr>
        <p:spPr>
          <a:xfrm>
            <a:off x="965359" y="8662880"/>
            <a:ext cx="1447800" cy="556260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thúc</a:t>
            </a:r>
          </a:p>
        </p:txBody>
      </p:sp>
    </p:spTree>
    <p:extLst>
      <p:ext uri="{BB962C8B-B14F-4D97-AF65-F5344CB8AC3E}">
        <p14:creationId xmlns:p14="http://schemas.microsoft.com/office/powerpoint/2010/main" val="3723926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13C0971-1F05-CFF6-F628-AA471C8D9E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687" y="444259"/>
            <a:ext cx="5874626" cy="454376"/>
          </a:xfrm>
        </p:spPr>
        <p:txBody>
          <a:bodyPr>
            <a:normAutofit/>
          </a:bodyPr>
          <a:lstStyle/>
          <a:p>
            <a:r>
              <a:rPr lang="en-US" sz="10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PHẦN 1: LƯU ĐỒ GIẢI THUẬT CỦA CHƯƠNG 6 &amp; 7</a:t>
            </a:r>
          </a:p>
          <a:p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93690D0-EB9A-62A3-77B7-09A847BA2E1A}"/>
              </a:ext>
            </a:extLst>
          </p:cNvPr>
          <p:cNvSpPr txBox="1">
            <a:spLocks/>
          </p:cNvSpPr>
          <p:nvPr/>
        </p:nvSpPr>
        <p:spPr>
          <a:xfrm rot="10800000" flipV="1">
            <a:off x="1370279" y="4783607"/>
            <a:ext cx="1334821" cy="248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kern="100">
                <a:latin typeface="Times New Roman" panose="02020603050405020304" pitchFamily="18" charset="0"/>
                <a:cs typeface="Times New Roman" panose="02020603050405020304" pitchFamily="18" charset="0"/>
              </a:rPr>
              <a:t>Thành công</a:t>
            </a:r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DB483DE4-9638-DC24-940E-1E8A4E9DBF97}"/>
              </a:ext>
            </a:extLst>
          </p:cNvPr>
          <p:cNvSpPr/>
          <p:nvPr/>
        </p:nvSpPr>
        <p:spPr>
          <a:xfrm>
            <a:off x="1043940" y="1996440"/>
            <a:ext cx="1447800" cy="556260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Bắt đầu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76EC9DF-BAD8-B02C-F1EC-198F0CDE51EE}"/>
              </a:ext>
            </a:extLst>
          </p:cNvPr>
          <p:cNvCxnSpPr>
            <a:cxnSpLocks/>
          </p:cNvCxnSpPr>
          <p:nvPr/>
        </p:nvCxnSpPr>
        <p:spPr>
          <a:xfrm>
            <a:off x="1689259" y="2552700"/>
            <a:ext cx="0" cy="483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B3F2D78-2D6F-E7AE-3C8A-119F7CB27096}"/>
              </a:ext>
            </a:extLst>
          </p:cNvPr>
          <p:cNvSpPr/>
          <p:nvPr/>
        </p:nvSpPr>
        <p:spPr>
          <a:xfrm>
            <a:off x="965359" y="3047998"/>
            <a:ext cx="1602579" cy="4543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 tên tệp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209B032-6453-70A0-195D-5CC2805E4836}"/>
              </a:ext>
            </a:extLst>
          </p:cNvPr>
          <p:cNvCxnSpPr>
            <a:cxnSpLocks/>
          </p:cNvCxnSpPr>
          <p:nvPr/>
        </p:nvCxnSpPr>
        <p:spPr>
          <a:xfrm>
            <a:off x="1689259" y="3502374"/>
            <a:ext cx="0" cy="483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C233A76-5F13-3A32-DF23-F4DFD9EBDC41}"/>
              </a:ext>
            </a:extLst>
          </p:cNvPr>
          <p:cNvSpPr/>
          <p:nvPr/>
        </p:nvSpPr>
        <p:spPr>
          <a:xfrm>
            <a:off x="3848100" y="4028734"/>
            <a:ext cx="2243136" cy="6691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lỗi “ File not found”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3243E6-2939-89FC-4ADB-425474A08B42}"/>
              </a:ext>
            </a:extLst>
          </p:cNvPr>
          <p:cNvSpPr/>
          <p:nvPr/>
        </p:nvSpPr>
        <p:spPr>
          <a:xfrm>
            <a:off x="117635" y="9639300"/>
            <a:ext cx="1695448" cy="5320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ra tổng số dòng</a:t>
            </a:r>
          </a:p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count 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7C601D-001D-64AB-9F66-17B3DC5EB5FA}"/>
              </a:ext>
            </a:extLst>
          </p:cNvPr>
          <p:cNvSpPr/>
          <p:nvPr/>
        </p:nvSpPr>
        <p:spPr>
          <a:xfrm>
            <a:off x="645080" y="5156194"/>
            <a:ext cx="2243136" cy="4759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Khởi tạo biến đếm: count = 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9923891-C1A6-DBF1-B29D-A1FED9C5B963}"/>
              </a:ext>
            </a:extLst>
          </p:cNvPr>
          <p:cNvCxnSpPr>
            <a:cxnSpLocks/>
          </p:cNvCxnSpPr>
          <p:nvPr/>
        </p:nvCxnSpPr>
        <p:spPr>
          <a:xfrm>
            <a:off x="1689259" y="4662381"/>
            <a:ext cx="0" cy="483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B0D4D6C-5D00-5CAC-B895-9F56155BF007}"/>
              </a:ext>
            </a:extLst>
          </p:cNvPr>
          <p:cNvCxnSpPr>
            <a:cxnSpLocks/>
          </p:cNvCxnSpPr>
          <p:nvPr/>
        </p:nvCxnSpPr>
        <p:spPr>
          <a:xfrm>
            <a:off x="1697829" y="6530774"/>
            <a:ext cx="0" cy="483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FA78296-C01F-377C-6776-D18FD4F585F0}"/>
              </a:ext>
            </a:extLst>
          </p:cNvPr>
          <p:cNvCxnSpPr>
            <a:cxnSpLocks/>
          </p:cNvCxnSpPr>
          <p:nvPr/>
        </p:nvCxnSpPr>
        <p:spPr>
          <a:xfrm>
            <a:off x="1684971" y="5632107"/>
            <a:ext cx="0" cy="483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1A01541-F42A-F655-3E38-8E0916AFC0FC}"/>
              </a:ext>
            </a:extLst>
          </p:cNvPr>
          <p:cNvSpPr/>
          <p:nvPr/>
        </p:nvSpPr>
        <p:spPr>
          <a:xfrm>
            <a:off x="599509" y="7017530"/>
            <a:ext cx="2243136" cy="6691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Dòng bắt đầu bằng "Subject:"? &gt; </a:t>
            </a:r>
          </a:p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(if line.startswith...) </a:t>
            </a:r>
          </a:p>
        </p:txBody>
      </p:sp>
      <p:sp>
        <p:nvSpPr>
          <p:cNvPr id="2" name="Flowchart: Decision 1">
            <a:extLst>
              <a:ext uri="{FF2B5EF4-FFF2-40B4-BE49-F238E27FC236}">
                <a16:creationId xmlns:a16="http://schemas.microsoft.com/office/drawing/2014/main" id="{BA483ACF-5C87-C4CB-9C51-8E4BD2E935EC}"/>
              </a:ext>
            </a:extLst>
          </p:cNvPr>
          <p:cNvSpPr/>
          <p:nvPr/>
        </p:nvSpPr>
        <p:spPr>
          <a:xfrm>
            <a:off x="802005" y="3993248"/>
            <a:ext cx="1765933" cy="669133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Thử mở tệp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69AB9A-B2EC-A158-C762-7BC1275ADE8B}"/>
              </a:ext>
            </a:extLst>
          </p:cNvPr>
          <p:cNvCxnSpPr>
            <a:stCxn id="2" idx="3"/>
          </p:cNvCxnSpPr>
          <p:nvPr/>
        </p:nvCxnSpPr>
        <p:spPr>
          <a:xfrm>
            <a:off x="2567938" y="4327815"/>
            <a:ext cx="1280162" cy="60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Subtitle 2">
            <a:extLst>
              <a:ext uri="{FF2B5EF4-FFF2-40B4-BE49-F238E27FC236}">
                <a16:creationId xmlns:a16="http://schemas.microsoft.com/office/drawing/2014/main" id="{7DE020A3-3610-2C11-47A1-DB2078E2568F}"/>
              </a:ext>
            </a:extLst>
          </p:cNvPr>
          <p:cNvSpPr txBox="1">
            <a:spLocks/>
          </p:cNvSpPr>
          <p:nvPr/>
        </p:nvSpPr>
        <p:spPr>
          <a:xfrm>
            <a:off x="-167582" y="2098324"/>
            <a:ext cx="1534182" cy="454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kern="10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3E5DCE3-DEE2-61ED-8C4B-492E6106C0FD}"/>
              </a:ext>
            </a:extLst>
          </p:cNvPr>
          <p:cNvCxnSpPr>
            <a:cxnSpLocks/>
          </p:cNvCxnSpPr>
          <p:nvPr/>
        </p:nvCxnSpPr>
        <p:spPr>
          <a:xfrm>
            <a:off x="1706399" y="7686662"/>
            <a:ext cx="0" cy="54893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776E714-2CC6-5ED3-98AA-DF3DF25F3CA1}"/>
              </a:ext>
            </a:extLst>
          </p:cNvPr>
          <p:cNvCxnSpPr>
            <a:cxnSpLocks/>
          </p:cNvCxnSpPr>
          <p:nvPr/>
        </p:nvCxnSpPr>
        <p:spPr>
          <a:xfrm>
            <a:off x="698895" y="8235601"/>
            <a:ext cx="19978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32CF531-D3DB-25AE-6979-C57D1F502D84}"/>
              </a:ext>
            </a:extLst>
          </p:cNvPr>
          <p:cNvCxnSpPr>
            <a:cxnSpLocks/>
          </p:cNvCxnSpPr>
          <p:nvPr/>
        </p:nvCxnSpPr>
        <p:spPr>
          <a:xfrm>
            <a:off x="698895" y="8235601"/>
            <a:ext cx="0" cy="483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1CC74C4-8FBD-C180-8763-AC5241820019}"/>
              </a:ext>
            </a:extLst>
          </p:cNvPr>
          <p:cNvCxnSpPr>
            <a:cxnSpLocks/>
          </p:cNvCxnSpPr>
          <p:nvPr/>
        </p:nvCxnSpPr>
        <p:spPr>
          <a:xfrm>
            <a:off x="2696764" y="8235601"/>
            <a:ext cx="0" cy="483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B4CA6A86-10EF-3BA2-44F0-81BB5DC8FFE5}"/>
              </a:ext>
            </a:extLst>
          </p:cNvPr>
          <p:cNvSpPr/>
          <p:nvPr/>
        </p:nvSpPr>
        <p:spPr>
          <a:xfrm>
            <a:off x="1981200" y="8719429"/>
            <a:ext cx="1447800" cy="4245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 biến đếm </a:t>
            </a:r>
          </a:p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count = count + 1 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50F97BB-C378-241D-EF11-E464E77B0FE3}"/>
              </a:ext>
            </a:extLst>
          </p:cNvPr>
          <p:cNvSpPr txBox="1">
            <a:spLocks/>
          </p:cNvSpPr>
          <p:nvPr/>
        </p:nvSpPr>
        <p:spPr>
          <a:xfrm rot="10800000" flipV="1">
            <a:off x="1553394" y="7984366"/>
            <a:ext cx="885005" cy="273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kern="10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1E7305CB-96AE-495F-23E4-52296BDEC02A}"/>
              </a:ext>
            </a:extLst>
          </p:cNvPr>
          <p:cNvSpPr txBox="1">
            <a:spLocks/>
          </p:cNvSpPr>
          <p:nvPr/>
        </p:nvSpPr>
        <p:spPr>
          <a:xfrm rot="10800000" flipV="1">
            <a:off x="624274" y="8024600"/>
            <a:ext cx="885005" cy="273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kern="10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A75547C-4205-DA4A-226D-64BF0097FE90}"/>
              </a:ext>
            </a:extLst>
          </p:cNvPr>
          <p:cNvSpPr/>
          <p:nvPr/>
        </p:nvSpPr>
        <p:spPr>
          <a:xfrm>
            <a:off x="105594" y="8719429"/>
            <a:ext cx="1447800" cy="4245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Quay lại đọc dòng tiếp theo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EAB171D-A1BD-4782-3458-03A5492538B2}"/>
              </a:ext>
            </a:extLst>
          </p:cNvPr>
          <p:cNvCxnSpPr>
            <a:cxnSpLocks/>
            <a:endCxn id="34" idx="3"/>
          </p:cNvCxnSpPr>
          <p:nvPr/>
        </p:nvCxnSpPr>
        <p:spPr>
          <a:xfrm flipH="1">
            <a:off x="1553394" y="8931715"/>
            <a:ext cx="44250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8BFBDE9-2981-B9A3-1BB7-B215865B957D}"/>
              </a:ext>
            </a:extLst>
          </p:cNvPr>
          <p:cNvCxnSpPr>
            <a:cxnSpLocks/>
          </p:cNvCxnSpPr>
          <p:nvPr/>
        </p:nvCxnSpPr>
        <p:spPr>
          <a:xfrm>
            <a:off x="710800" y="9144002"/>
            <a:ext cx="0" cy="483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Subtitle 2">
            <a:extLst>
              <a:ext uri="{FF2B5EF4-FFF2-40B4-BE49-F238E27FC236}">
                <a16:creationId xmlns:a16="http://schemas.microsoft.com/office/drawing/2014/main" id="{A5149E26-6B71-DCF3-3E3E-DD941BA7ED0E}"/>
              </a:ext>
            </a:extLst>
          </p:cNvPr>
          <p:cNvSpPr txBox="1">
            <a:spLocks/>
          </p:cNvSpPr>
          <p:nvPr/>
        </p:nvSpPr>
        <p:spPr>
          <a:xfrm rot="10800000" flipV="1">
            <a:off x="572469" y="9251735"/>
            <a:ext cx="885005" cy="273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kern="100">
                <a:latin typeface="Times New Roman" panose="02020603050405020304" pitchFamily="18" charset="0"/>
                <a:cs typeface="Times New Roman" panose="02020603050405020304" pitchFamily="18" charset="0"/>
              </a:rPr>
              <a:t>Hết tệp</a:t>
            </a:r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D6D723E-98E2-F7FB-1483-10BE3E8F20FB}"/>
              </a:ext>
            </a:extLst>
          </p:cNvPr>
          <p:cNvSpPr/>
          <p:nvPr/>
        </p:nvSpPr>
        <p:spPr>
          <a:xfrm>
            <a:off x="686750" y="6106201"/>
            <a:ext cx="2340599" cy="4245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VÒNG LẶP: Đọc từng dòng  trong tệp 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DCA0BA7-8FD4-1952-F928-CA9FA8EA5D6C}"/>
              </a:ext>
            </a:extLst>
          </p:cNvPr>
          <p:cNvCxnSpPr>
            <a:cxnSpLocks/>
          </p:cNvCxnSpPr>
          <p:nvPr/>
        </p:nvCxnSpPr>
        <p:spPr>
          <a:xfrm>
            <a:off x="686750" y="10171319"/>
            <a:ext cx="0" cy="483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Flowchart: Terminator 43">
            <a:extLst>
              <a:ext uri="{FF2B5EF4-FFF2-40B4-BE49-F238E27FC236}">
                <a16:creationId xmlns:a16="http://schemas.microsoft.com/office/drawing/2014/main" id="{D416486D-7D3C-E92E-B282-9F2EDD1818C8}"/>
              </a:ext>
            </a:extLst>
          </p:cNvPr>
          <p:cNvSpPr/>
          <p:nvPr/>
        </p:nvSpPr>
        <p:spPr>
          <a:xfrm>
            <a:off x="78105" y="10654713"/>
            <a:ext cx="1447800" cy="556260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thúc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E078507-8BB8-5201-A8B4-6323F02F2006}"/>
              </a:ext>
            </a:extLst>
          </p:cNvPr>
          <p:cNvCxnSpPr>
            <a:cxnSpLocks/>
          </p:cNvCxnSpPr>
          <p:nvPr/>
        </p:nvCxnSpPr>
        <p:spPr>
          <a:xfrm>
            <a:off x="4874574" y="4697866"/>
            <a:ext cx="0" cy="62739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8FB4DF0-D7FE-E7F2-52ED-505DA668AC12}"/>
              </a:ext>
            </a:extLst>
          </p:cNvPr>
          <p:cNvCxnSpPr>
            <a:cxnSpLocks/>
          </p:cNvCxnSpPr>
          <p:nvPr/>
        </p:nvCxnSpPr>
        <p:spPr>
          <a:xfrm flipH="1">
            <a:off x="1525905" y="10971816"/>
            <a:ext cx="33564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1706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</TotalTime>
  <Words>186</Words>
  <Application>Microsoft Office PowerPoint</Application>
  <PresentationFormat>Widescreen</PresentationFormat>
  <Paragraphs>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Tuấn Anh</dc:creator>
  <cp:lastModifiedBy>Tuấn Anh</cp:lastModifiedBy>
  <cp:revision>1</cp:revision>
  <dcterms:created xsi:type="dcterms:W3CDTF">2025-11-24T16:16:50Z</dcterms:created>
  <dcterms:modified xsi:type="dcterms:W3CDTF">2025-11-24T16:55:39Z</dcterms:modified>
</cp:coreProperties>
</file>