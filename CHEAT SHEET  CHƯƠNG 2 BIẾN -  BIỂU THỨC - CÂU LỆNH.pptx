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84C3DBF-BFBE-4AC1-993A-E6C9F0286B73}">
          <p14:sldIdLst>
            <p14:sldId id="25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p:scale>
          <a:sx n="75" d="100"/>
          <a:sy n="75" d="100"/>
        </p:scale>
        <p:origin x="256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14485" y="860917"/>
            <a:ext cx="5632880" cy="4642418"/>
          </a:xfrm>
        </p:spPr>
        <p:txBody>
          <a:bodyPr anchor="b">
            <a:normAutofit/>
          </a:bodyPr>
          <a:lstStyle>
            <a:lvl1pPr algn="ctr">
              <a:defRPr sz="30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614485" y="5613400"/>
            <a:ext cx="5632880" cy="3205378"/>
          </a:xfrm>
        </p:spPr>
        <p:txBody>
          <a:bodyPr anchor="t">
            <a:normAutofit/>
          </a:bodyPr>
          <a:lstStyle>
            <a:lvl1pPr marL="0" indent="0" algn="ctr">
              <a:buNone/>
              <a:defRPr sz="1350">
                <a:gradFill flip="none" rotWithShape="1">
                  <a:gsLst>
                    <a:gs pos="0">
                      <a:schemeClr val="tx1"/>
                    </a:gs>
                    <a:gs pos="100000">
                      <a:schemeClr val="tx1">
                        <a:lumMod val="75000"/>
                      </a:schemeClr>
                    </a:gs>
                  </a:gsLst>
                  <a:lin ang="0" scaled="1"/>
                  <a:tileRect/>
                </a:gra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483728-0FD5-41EE-8170-476EB424EA5D}"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672405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483728-0FD5-41EE-8170-476EB424EA5D}"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2433885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485" y="4724342"/>
            <a:ext cx="5632880" cy="2633663"/>
          </a:xfrm>
        </p:spPr>
        <p:txBody>
          <a:bodyPr anchor="b">
            <a:normAutofit/>
          </a:bodyPr>
          <a:lstStyle>
            <a:lvl1pPr algn="r">
              <a:defRPr sz="2100" b="0" cap="all"/>
            </a:lvl1pPr>
          </a:lstStyle>
          <a:p>
            <a:r>
              <a:rPr lang="en-US"/>
              <a:t>Click to edit Master title style</a:t>
            </a:r>
            <a:endParaRPr lang="en-US" dirty="0"/>
          </a:p>
        </p:txBody>
      </p:sp>
      <p:sp>
        <p:nvSpPr>
          <p:cNvPr id="3" name="Text Placeholder 2"/>
          <p:cNvSpPr>
            <a:spLocks noGrp="1"/>
          </p:cNvSpPr>
          <p:nvPr>
            <p:ph type="body" idx="1"/>
          </p:nvPr>
        </p:nvSpPr>
        <p:spPr>
          <a:xfrm>
            <a:off x="614485" y="7372170"/>
            <a:ext cx="5632880" cy="1441917"/>
          </a:xfrm>
        </p:spPr>
        <p:txBody>
          <a:bodyPr anchor="t">
            <a:normAutofit/>
          </a:bodyPr>
          <a:lstStyle>
            <a:lvl1pPr marL="0" indent="0" algn="r">
              <a:buNone/>
              <a:defRPr sz="1350">
                <a:gradFill flip="none" rotWithShape="1">
                  <a:gsLst>
                    <a:gs pos="0">
                      <a:schemeClr val="tx1"/>
                    </a:gs>
                    <a:gs pos="100000">
                      <a:schemeClr val="tx1">
                        <a:lumMod val="75000"/>
                      </a:schemeClr>
                    </a:gs>
                  </a:gsLst>
                  <a:lin ang="5400000" scaled="0"/>
                  <a:tileRect/>
                </a:gra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483728-0FD5-41EE-8170-476EB424EA5D}"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1635886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3761" y="2976853"/>
            <a:ext cx="2763805" cy="5823034"/>
          </a:xfrm>
        </p:spPr>
        <p:txBody>
          <a:bodyPr>
            <a:normAutofit/>
          </a:bodyPr>
          <a:lstStyle>
            <a:lvl1pPr>
              <a:defRPr sz="1200"/>
            </a:lvl1pPr>
            <a:lvl2pPr>
              <a:defRPr sz="1050"/>
            </a:lvl2pPr>
            <a:lvl3pPr>
              <a:defRPr sz="900"/>
            </a:lvl3pPr>
            <a:lvl4pPr>
              <a:defRPr sz="825"/>
            </a:lvl4pPr>
            <a:lvl5pPr>
              <a:defRPr sz="825"/>
            </a:lvl5pPr>
            <a:lvl6pPr>
              <a:defRPr sz="825"/>
            </a:lvl6pPr>
            <a:lvl7pPr>
              <a:defRPr sz="825"/>
            </a:lvl7pPr>
            <a:lvl8pPr>
              <a:defRPr sz="825"/>
            </a:lvl8pPr>
            <a:lvl9pPr>
              <a:defRPr sz="8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80436" y="2976853"/>
            <a:ext cx="2766929" cy="5823032"/>
          </a:xfrm>
        </p:spPr>
        <p:txBody>
          <a:bodyPr>
            <a:normAutofit/>
          </a:bodyPr>
          <a:lstStyle>
            <a:lvl1pPr>
              <a:defRPr sz="1200"/>
            </a:lvl1pPr>
            <a:lvl2pPr>
              <a:defRPr sz="1050"/>
            </a:lvl2pPr>
            <a:lvl3pPr>
              <a:defRPr sz="900"/>
            </a:lvl3pPr>
            <a:lvl4pPr>
              <a:defRPr sz="825"/>
            </a:lvl4pPr>
            <a:lvl5pPr>
              <a:defRPr sz="825"/>
            </a:lvl5pPr>
            <a:lvl6pPr>
              <a:defRPr sz="825"/>
            </a:lvl6pPr>
            <a:lvl7pPr>
              <a:defRPr sz="825"/>
            </a:lvl7pPr>
            <a:lvl8pPr>
              <a:defRPr sz="825"/>
            </a:lvl8pPr>
            <a:lvl9pPr>
              <a:defRPr sz="8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483728-0FD5-41EE-8170-476EB424EA5D}"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2720518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9730" y="2976853"/>
            <a:ext cx="2547835" cy="1059639"/>
          </a:xfrm>
        </p:spPr>
        <p:txBody>
          <a:bodyPr anchor="b">
            <a:noAutofit/>
          </a:bodyPr>
          <a:lstStyle>
            <a:lvl1pPr marL="0" indent="0">
              <a:buNone/>
              <a:defRPr sz="165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13761" y="4024262"/>
            <a:ext cx="2763805" cy="4789825"/>
          </a:xfrm>
        </p:spPr>
        <p:txBody>
          <a:bodyPr anchor="t">
            <a:normAutofit/>
          </a:bodyPr>
          <a:lstStyle>
            <a:lvl1pPr>
              <a:defRPr sz="1200"/>
            </a:lvl1pPr>
            <a:lvl2pPr>
              <a:defRPr sz="1050"/>
            </a:lvl2pPr>
            <a:lvl3pPr>
              <a:defRPr sz="900"/>
            </a:lvl3pPr>
            <a:lvl4pPr>
              <a:defRPr sz="825"/>
            </a:lvl4pPr>
            <a:lvl5pPr>
              <a:defRPr sz="825"/>
            </a:lvl5pPr>
            <a:lvl6pPr>
              <a:defRPr sz="825"/>
            </a:lvl6pPr>
            <a:lvl7pPr>
              <a:defRPr sz="825"/>
            </a:lvl7pPr>
            <a:lvl8pPr>
              <a:defRPr sz="825"/>
            </a:lvl8pPr>
            <a:lvl9pPr>
              <a:defRPr sz="8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682612" y="2976853"/>
            <a:ext cx="2564753" cy="1047409"/>
          </a:xfrm>
        </p:spPr>
        <p:txBody>
          <a:bodyPr anchor="b">
            <a:noAutofit/>
          </a:bodyPr>
          <a:lstStyle>
            <a:lvl1pPr marL="0" indent="0">
              <a:buNone/>
              <a:defRPr sz="165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74" y="4024262"/>
            <a:ext cx="2776140" cy="4789825"/>
          </a:xfrm>
        </p:spPr>
        <p:txBody>
          <a:bodyPr anchor="t">
            <a:normAutofit/>
          </a:bodyPr>
          <a:lstStyle>
            <a:lvl1pPr>
              <a:defRPr sz="1200"/>
            </a:lvl1pPr>
            <a:lvl2pPr>
              <a:defRPr sz="1050"/>
            </a:lvl2pPr>
            <a:lvl3pPr>
              <a:defRPr sz="900"/>
            </a:lvl3pPr>
            <a:lvl4pPr>
              <a:defRPr sz="825"/>
            </a:lvl4pPr>
            <a:lvl5pPr>
              <a:defRPr sz="825"/>
            </a:lvl5pPr>
            <a:lvl6pPr>
              <a:defRPr sz="825"/>
            </a:lvl6pPr>
            <a:lvl7pPr>
              <a:defRPr sz="825"/>
            </a:lvl7pPr>
            <a:lvl8pPr>
              <a:defRPr sz="825"/>
            </a:lvl8pPr>
            <a:lvl9pPr>
              <a:defRPr sz="8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483728-0FD5-41EE-8170-476EB424EA5D}"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1833797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195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483728-0FD5-41EE-8170-476EB424EA5D}" type="datetimeFigureOut">
              <a:rPr lang="en-US" smtClean="0"/>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30271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483728-0FD5-41EE-8170-476EB424EA5D}" type="datetimeFigureOut">
              <a:rPr lang="en-US" smtClean="0"/>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815598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3761" y="2534896"/>
            <a:ext cx="2047142" cy="1981200"/>
          </a:xfrm>
        </p:spPr>
        <p:txBody>
          <a:bodyPr anchor="b">
            <a:normAutofit/>
          </a:bodyPr>
          <a:lstStyle>
            <a:lvl1pPr algn="l">
              <a:defRPr sz="1650" b="0"/>
            </a:lvl1pPr>
          </a:lstStyle>
          <a:p>
            <a:r>
              <a:rPr lang="en-US"/>
              <a:t>Click to edit Master title style</a:t>
            </a:r>
            <a:endParaRPr lang="en-US" dirty="0"/>
          </a:p>
        </p:txBody>
      </p:sp>
      <p:sp>
        <p:nvSpPr>
          <p:cNvPr id="3" name="Content Placeholder 2"/>
          <p:cNvSpPr>
            <a:spLocks noGrp="1"/>
          </p:cNvSpPr>
          <p:nvPr>
            <p:ph idx="1"/>
          </p:nvPr>
        </p:nvSpPr>
        <p:spPr>
          <a:xfrm>
            <a:off x="2871642" y="860916"/>
            <a:ext cx="3375723" cy="7953170"/>
          </a:xfrm>
        </p:spPr>
        <p:txBody>
          <a:bodyPr anchor="ctr">
            <a:normAutofit/>
          </a:bodyPr>
          <a:lstStyle>
            <a:lvl1pPr>
              <a:defRPr sz="1350"/>
            </a:lvl1pPr>
            <a:lvl2pPr>
              <a:defRPr sz="1200"/>
            </a:lvl2pPr>
            <a:lvl3pPr>
              <a:defRPr sz="1050"/>
            </a:lvl3pPr>
            <a:lvl4pPr>
              <a:defRPr sz="900"/>
            </a:lvl4pPr>
            <a:lvl5pPr>
              <a:defRPr sz="825"/>
            </a:lvl5pPr>
            <a:lvl6pPr>
              <a:defRPr sz="825"/>
            </a:lvl6pPr>
            <a:lvl7pPr>
              <a:defRPr sz="825"/>
            </a:lvl7pPr>
            <a:lvl8pPr>
              <a:defRPr sz="825"/>
            </a:lvl8pPr>
            <a:lvl9pPr>
              <a:defRPr sz="8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3761" y="4516096"/>
            <a:ext cx="2047142" cy="26416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0A483728-0FD5-41EE-8170-476EB424EA5D}"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3993422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3761" y="2741944"/>
            <a:ext cx="3317852" cy="1981200"/>
          </a:xfrm>
        </p:spPr>
        <p:txBody>
          <a:bodyPr anchor="b">
            <a:normAutofit/>
          </a:bodyPr>
          <a:lstStyle>
            <a:lvl1pPr algn="l">
              <a:defRPr sz="1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4136581" y="-26416"/>
            <a:ext cx="1875047" cy="997204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612989" y="4723144"/>
            <a:ext cx="3317852" cy="26416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392737" y="8928609"/>
            <a:ext cx="538877" cy="527403"/>
          </a:xfrm>
        </p:spPr>
        <p:txBody>
          <a:bodyPr/>
          <a:lstStyle/>
          <a:p>
            <a:fld id="{0A483728-0FD5-41EE-8170-476EB424EA5D}" type="datetimeFigureOut">
              <a:rPr lang="en-US" smtClean="0"/>
              <a:t>11/23/2025</a:t>
            </a:fld>
            <a:endParaRPr lang="en-US"/>
          </a:p>
        </p:txBody>
      </p:sp>
      <p:sp>
        <p:nvSpPr>
          <p:cNvPr id="6" name="Footer Placeholder 5"/>
          <p:cNvSpPr>
            <a:spLocks noGrp="1"/>
          </p:cNvSpPr>
          <p:nvPr>
            <p:ph type="ftr" sz="quarter" idx="11"/>
          </p:nvPr>
        </p:nvSpPr>
        <p:spPr>
          <a:xfrm>
            <a:off x="613761" y="8928609"/>
            <a:ext cx="2778975" cy="527403"/>
          </a:xfrm>
        </p:spPr>
        <p:txBody>
          <a:bodyPr/>
          <a:lstStyle/>
          <a:p>
            <a:endParaRPr lang="en-US"/>
          </a:p>
        </p:txBody>
      </p:sp>
      <p:sp>
        <p:nvSpPr>
          <p:cNvPr id="7" name="Slide Number Placeholder 6"/>
          <p:cNvSpPr>
            <a:spLocks noGrp="1"/>
          </p:cNvSpPr>
          <p:nvPr>
            <p:ph type="sldNum" sz="quarter" idx="12"/>
          </p:nvPr>
        </p:nvSpPr>
        <p:spPr>
          <a:xfrm>
            <a:off x="6018196" y="8928608"/>
            <a:ext cx="228890" cy="475583"/>
          </a:xfrm>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3564888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8258" y="6323034"/>
            <a:ext cx="5559755" cy="1310841"/>
          </a:xfrm>
        </p:spPr>
        <p:txBody>
          <a:bodyPr anchor="b">
            <a:normAutofit/>
          </a:bodyPr>
          <a:lstStyle>
            <a:lvl1pPr algn="l">
              <a:defRPr sz="15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8259" y="1438938"/>
            <a:ext cx="5476070" cy="4306071"/>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688258" y="7633875"/>
            <a:ext cx="5559755" cy="1180212"/>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0A483728-0FD5-41EE-8170-476EB424EA5D}" type="datetimeFigureOut">
              <a:rPr lang="en-US" smtClean="0"/>
              <a:t>11/23/2025</a:t>
            </a:fld>
            <a:endParaRPr lang="en-US"/>
          </a:p>
        </p:txBody>
      </p:sp>
      <p:sp>
        <p:nvSpPr>
          <p:cNvPr id="6" name="Footer Placeholder 5"/>
          <p:cNvSpPr>
            <a:spLocks noGrp="1"/>
          </p:cNvSpPr>
          <p:nvPr>
            <p:ph type="ftr" sz="quarter" idx="11"/>
          </p:nvPr>
        </p:nvSpPr>
        <p:spPr>
          <a:xfrm>
            <a:off x="688258" y="8928609"/>
            <a:ext cx="4002959" cy="527403"/>
          </a:xfrm>
        </p:spPr>
        <p:txBody>
          <a:bodyPr/>
          <a:lstStyle/>
          <a:p>
            <a:endParaRPr lang="en-US"/>
          </a:p>
        </p:txBody>
      </p:sp>
      <p:sp>
        <p:nvSpPr>
          <p:cNvPr id="7" name="Slide Number Placeholder 6"/>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4162028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13760" y="860915"/>
            <a:ext cx="5633606" cy="4532352"/>
          </a:xfrm>
        </p:spPr>
        <p:txBody>
          <a:bodyPr anchor="ctr">
            <a:normAutofit/>
          </a:bodyPr>
          <a:lstStyle>
            <a:lvl1pPr algn="l">
              <a:defRPr sz="2100" b="0" cap="all"/>
            </a:lvl1pPr>
          </a:lstStyle>
          <a:p>
            <a:r>
              <a:rPr lang="en-US"/>
              <a:t>Click to edit Master title style</a:t>
            </a:r>
            <a:endParaRPr lang="en-US" dirty="0"/>
          </a:p>
        </p:txBody>
      </p:sp>
      <p:sp>
        <p:nvSpPr>
          <p:cNvPr id="3" name="Text Placeholder 2"/>
          <p:cNvSpPr>
            <a:spLocks noGrp="1"/>
          </p:cNvSpPr>
          <p:nvPr>
            <p:ph type="body" idx="1"/>
          </p:nvPr>
        </p:nvSpPr>
        <p:spPr>
          <a:xfrm>
            <a:off x="613760" y="6273800"/>
            <a:ext cx="5633606" cy="2540287"/>
          </a:xfrm>
        </p:spPr>
        <p:txBody>
          <a:bodyPr anchor="ctr">
            <a:normAutofit/>
          </a:bodyPr>
          <a:lstStyle>
            <a:lvl1pPr marL="0" indent="0" algn="l">
              <a:buNone/>
              <a:defRPr sz="1350">
                <a:gradFill flip="none" rotWithShape="1">
                  <a:gsLst>
                    <a:gs pos="0">
                      <a:schemeClr val="tx1"/>
                    </a:gs>
                    <a:gs pos="100000">
                      <a:schemeClr val="tx1">
                        <a:lumMod val="75000"/>
                      </a:schemeClr>
                    </a:gs>
                  </a:gsLst>
                  <a:lin ang="5400000" scaled="0"/>
                  <a:tileRect/>
                </a:gra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483728-0FD5-41EE-8170-476EB424EA5D}"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22237128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437864" y="1242621"/>
            <a:ext cx="342989" cy="8446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accent1"/>
                </a:solidFill>
              </a:rPr>
              <a:t>“</a:t>
            </a:r>
          </a:p>
        </p:txBody>
      </p:sp>
      <p:sp>
        <p:nvSpPr>
          <p:cNvPr id="15" name="TextBox 14"/>
          <p:cNvSpPr txBox="1"/>
          <p:nvPr/>
        </p:nvSpPr>
        <p:spPr>
          <a:xfrm>
            <a:off x="5916617" y="4313000"/>
            <a:ext cx="342989" cy="8446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accent1"/>
                </a:solidFill>
              </a:rPr>
              <a:t>”</a:t>
            </a:r>
          </a:p>
        </p:txBody>
      </p:sp>
      <p:sp>
        <p:nvSpPr>
          <p:cNvPr id="2" name="Title 1"/>
          <p:cNvSpPr>
            <a:spLocks noGrp="1"/>
          </p:cNvSpPr>
          <p:nvPr>
            <p:ph type="title"/>
          </p:nvPr>
        </p:nvSpPr>
        <p:spPr>
          <a:xfrm>
            <a:off x="813707" y="860916"/>
            <a:ext cx="5230586" cy="4397003"/>
          </a:xfrm>
        </p:spPr>
        <p:txBody>
          <a:bodyPr anchor="ctr">
            <a:normAutofit/>
          </a:bodyPr>
          <a:lstStyle>
            <a:lvl1pPr algn="l">
              <a:defRPr sz="21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942327" y="5273098"/>
            <a:ext cx="4973346" cy="550333"/>
          </a:xfrm>
        </p:spPr>
        <p:txBody>
          <a:bodyPr anchor="ctr">
            <a:normAutofit/>
          </a:bodyPr>
          <a:lstStyle>
            <a:lvl1pPr marL="0" indent="0">
              <a:buFontTx/>
              <a:buNone/>
              <a:defRPr sz="105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613761" y="6703964"/>
            <a:ext cx="5633605" cy="2091267"/>
          </a:xfrm>
        </p:spPr>
        <p:txBody>
          <a:bodyPr anchor="ctr">
            <a:normAutofit/>
          </a:bodyPr>
          <a:lstStyle>
            <a:lvl1pPr marL="0" indent="0" algn="l">
              <a:buNone/>
              <a:defRPr sz="1350">
                <a:gradFill flip="none" rotWithShape="1">
                  <a:gsLst>
                    <a:gs pos="0">
                      <a:schemeClr val="tx1"/>
                    </a:gs>
                    <a:gs pos="100000">
                      <a:schemeClr val="tx1">
                        <a:lumMod val="75000"/>
                      </a:schemeClr>
                    </a:gs>
                  </a:gsLst>
                  <a:lin ang="0" scaled="1"/>
                  <a:tileRect/>
                </a:gra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483728-0FD5-41EE-8170-476EB424EA5D}"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28791857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13760" y="5205151"/>
            <a:ext cx="5634254" cy="2121600"/>
          </a:xfrm>
        </p:spPr>
        <p:txBody>
          <a:bodyPr anchor="b">
            <a:normAutofit/>
          </a:bodyPr>
          <a:lstStyle>
            <a:lvl1pPr algn="l">
              <a:defRPr sz="2100" b="0" cap="all"/>
            </a:lvl1pPr>
          </a:lstStyle>
          <a:p>
            <a:r>
              <a:rPr lang="en-US"/>
              <a:t>Click to edit Master title style</a:t>
            </a:r>
            <a:endParaRPr lang="en-US" dirty="0"/>
          </a:p>
        </p:txBody>
      </p:sp>
      <p:sp>
        <p:nvSpPr>
          <p:cNvPr id="3" name="Text Placeholder 2"/>
          <p:cNvSpPr>
            <a:spLocks noGrp="1"/>
          </p:cNvSpPr>
          <p:nvPr>
            <p:ph type="body" idx="1"/>
          </p:nvPr>
        </p:nvSpPr>
        <p:spPr>
          <a:xfrm>
            <a:off x="615762" y="7326751"/>
            <a:ext cx="5634254" cy="1487336"/>
          </a:xfrm>
        </p:spPr>
        <p:txBody>
          <a:bodyPr anchor="t">
            <a:normAutofit/>
          </a:bodyPr>
          <a:lstStyle>
            <a:lvl1pPr marL="0" indent="0" algn="l">
              <a:buNone/>
              <a:defRPr sz="1350">
                <a:gradFill flip="none" rotWithShape="1">
                  <a:gsLst>
                    <a:gs pos="0">
                      <a:schemeClr val="tx1"/>
                    </a:gs>
                    <a:gs pos="100000">
                      <a:schemeClr val="tx1">
                        <a:lumMod val="75000"/>
                      </a:schemeClr>
                    </a:gs>
                  </a:gsLst>
                  <a:lin ang="5400000" scaled="0"/>
                  <a:tileRect/>
                </a:gra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483728-0FD5-41EE-8170-476EB424EA5D}"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2609222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extBox 12"/>
          <p:cNvSpPr txBox="1"/>
          <p:nvPr/>
        </p:nvSpPr>
        <p:spPr>
          <a:xfrm>
            <a:off x="437864" y="1088896"/>
            <a:ext cx="342989" cy="8446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accent1"/>
                </a:solidFill>
              </a:rPr>
              <a:t>“</a:t>
            </a:r>
          </a:p>
        </p:txBody>
      </p:sp>
      <p:sp>
        <p:nvSpPr>
          <p:cNvPr id="16" name="TextBox 15"/>
          <p:cNvSpPr txBox="1"/>
          <p:nvPr/>
        </p:nvSpPr>
        <p:spPr>
          <a:xfrm>
            <a:off x="5915668" y="4159275"/>
            <a:ext cx="342989" cy="8446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accent1"/>
                </a:solidFill>
              </a:rPr>
              <a:t>”</a:t>
            </a:r>
          </a:p>
        </p:txBody>
      </p:sp>
      <p:sp>
        <p:nvSpPr>
          <p:cNvPr id="2" name="Title 1"/>
          <p:cNvSpPr>
            <a:spLocks noGrp="1"/>
          </p:cNvSpPr>
          <p:nvPr>
            <p:ph type="title"/>
          </p:nvPr>
        </p:nvSpPr>
        <p:spPr>
          <a:xfrm>
            <a:off x="813707" y="860916"/>
            <a:ext cx="5230586" cy="4108533"/>
          </a:xfrm>
        </p:spPr>
        <p:txBody>
          <a:bodyPr anchor="ctr">
            <a:normAutofit/>
          </a:bodyPr>
          <a:lstStyle>
            <a:lvl1pPr algn="l">
              <a:defRPr sz="21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13760" y="5613400"/>
            <a:ext cx="5634254" cy="1521956"/>
          </a:xfrm>
        </p:spPr>
        <p:txBody>
          <a:bodyPr vert="horz" lIns="91440" tIns="45720" rIns="91440" bIns="45720" rtlCol="0" anchor="b">
            <a:normAutofit/>
          </a:bodyPr>
          <a:lstStyle>
            <a:lvl1pPr>
              <a:buNone/>
              <a:defRPr lang="en-US" sz="1500" b="0" cap="all" dirty="0">
                <a:ln w="3175" cmpd="sng">
                  <a:noFill/>
                </a:ln>
                <a:gradFill flip="none" rotWithShape="1">
                  <a:gsLst>
                    <a:gs pos="0">
                      <a:schemeClr val="tx1"/>
                    </a:gs>
                    <a:gs pos="100000">
                      <a:schemeClr val="tx1">
                        <a:lumMod val="75000"/>
                      </a:schemeClr>
                    </a:gs>
                  </a:gsLst>
                  <a:lin ang="0" scaled="1"/>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13760" y="7135356"/>
            <a:ext cx="5634254" cy="1678730"/>
          </a:xfrm>
        </p:spPr>
        <p:txBody>
          <a:bodyPr anchor="t">
            <a:normAutofit/>
          </a:bodyPr>
          <a:lstStyle>
            <a:lvl1pPr marL="0" indent="0" algn="l">
              <a:buNone/>
              <a:defRPr sz="1200">
                <a:gradFill flip="none" rotWithShape="1">
                  <a:gsLst>
                    <a:gs pos="0">
                      <a:schemeClr val="tx1"/>
                    </a:gs>
                    <a:gs pos="100000">
                      <a:schemeClr val="tx1">
                        <a:lumMod val="75000"/>
                      </a:schemeClr>
                    </a:gs>
                  </a:gsLst>
                  <a:lin ang="5400000" scaled="0"/>
                  <a:tileRect/>
                </a:gradFill>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483728-0FD5-41EE-8170-476EB424EA5D}"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2439656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3760" y="860916"/>
            <a:ext cx="5633605" cy="3982020"/>
          </a:xfrm>
        </p:spPr>
        <p:txBody>
          <a:bodyPr vert="horz" lIns="91440" tIns="45720" rIns="91440" bIns="45720" rtlCol="0" anchor="ctr">
            <a:normAutofit/>
          </a:bodyPr>
          <a:lstStyle>
            <a:lvl1pPr>
              <a:defRPr lang="en-US" sz="21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13760" y="5319804"/>
            <a:ext cx="5633605" cy="1515631"/>
          </a:xfrm>
        </p:spPr>
        <p:txBody>
          <a:bodyPr vert="horz" lIns="91440" tIns="45720" rIns="91440" bIns="45720" rtlCol="0" anchor="b">
            <a:normAutofit/>
          </a:bodyPr>
          <a:lstStyle>
            <a:lvl1pPr>
              <a:buNone/>
              <a:defRPr lang="en-US" sz="1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13760" y="6835435"/>
            <a:ext cx="5633604" cy="1978652"/>
          </a:xfrm>
        </p:spPr>
        <p:txBody>
          <a:bodyPr anchor="t">
            <a:normAutofit/>
          </a:bodyPr>
          <a:lstStyle>
            <a:lvl1pPr marL="0" indent="0" algn="l">
              <a:buNone/>
              <a:defRPr sz="1200">
                <a:gradFill flip="none" rotWithShape="1">
                  <a:gsLst>
                    <a:gs pos="0">
                      <a:schemeClr val="tx1"/>
                    </a:gs>
                    <a:gs pos="100000">
                      <a:schemeClr val="tx1">
                        <a:lumMod val="75000"/>
                      </a:schemeClr>
                    </a:gs>
                  </a:gsLst>
                  <a:lin ang="5400000" scaled="0"/>
                  <a:tileRect/>
                </a:gradFill>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483728-0FD5-41EE-8170-476EB424EA5D}"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2184185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613761" y="860915"/>
            <a:ext cx="5633605" cy="189580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483728-0FD5-41EE-8170-476EB424EA5D}"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33908109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13781" y="860915"/>
            <a:ext cx="1333584" cy="795317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3761" y="860915"/>
            <a:ext cx="4218103" cy="795317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483728-0FD5-41EE-8170-476EB424EA5D}"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71DFB4-1BA1-4852-8780-AD2CF7EBA930}" type="slidenum">
              <a:rPr lang="en-US" smtClean="0"/>
              <a:t>‹#›</a:t>
            </a:fld>
            <a:endParaRPr lang="en-US"/>
          </a:p>
        </p:txBody>
      </p:sp>
    </p:spTree>
    <p:extLst>
      <p:ext uri="{BB962C8B-B14F-4D97-AF65-F5344CB8AC3E}">
        <p14:creationId xmlns:p14="http://schemas.microsoft.com/office/powerpoint/2010/main" val="1947258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3761" y="860915"/>
            <a:ext cx="5633605" cy="189580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3761" y="2976853"/>
            <a:ext cx="5633604" cy="583723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913781" y="8924154"/>
            <a:ext cx="965598" cy="527403"/>
          </a:xfrm>
          <a:prstGeom prst="rect">
            <a:avLst/>
          </a:prstGeom>
        </p:spPr>
        <p:txBody>
          <a:bodyPr vert="horz" lIns="91440" tIns="45720" rIns="91440" bIns="45720" rtlCol="0" anchor="ctr"/>
          <a:lstStyle>
            <a:lvl1pPr algn="r">
              <a:defRPr sz="600" b="1" i="0">
                <a:solidFill>
                  <a:schemeClr val="tx1">
                    <a:lumMod val="75000"/>
                  </a:schemeClr>
                </a:solidFill>
                <a:effectLst>
                  <a:outerShdw blurRad="50800" dist="38100" dir="2700000" algn="tl" rotWithShape="0">
                    <a:srgbClr val="000000">
                      <a:alpha val="43000"/>
                    </a:srgbClr>
                  </a:outerShdw>
                </a:effectLst>
                <a:latin typeface="+mn-lt"/>
              </a:defRPr>
            </a:lvl1pPr>
          </a:lstStyle>
          <a:p>
            <a:fld id="{0A483728-0FD5-41EE-8170-476EB424EA5D}" type="datetimeFigureOut">
              <a:rPr lang="en-US" smtClean="0"/>
              <a:t>11/23/2025</a:t>
            </a:fld>
            <a:endParaRPr lang="en-US"/>
          </a:p>
        </p:txBody>
      </p:sp>
      <p:sp>
        <p:nvSpPr>
          <p:cNvPr id="5" name="Footer Placeholder 4"/>
          <p:cNvSpPr>
            <a:spLocks noGrp="1"/>
          </p:cNvSpPr>
          <p:nvPr>
            <p:ph type="ftr" sz="quarter" idx="3"/>
          </p:nvPr>
        </p:nvSpPr>
        <p:spPr>
          <a:xfrm>
            <a:off x="613761" y="8924154"/>
            <a:ext cx="4218103" cy="527403"/>
          </a:xfrm>
          <a:prstGeom prst="rect">
            <a:avLst/>
          </a:prstGeom>
        </p:spPr>
        <p:txBody>
          <a:bodyPr vert="horz" lIns="91440" tIns="45720" rIns="91440" bIns="45720" rtlCol="0" anchor="ctr"/>
          <a:lstStyle>
            <a:lvl1pPr algn="l">
              <a:defRPr sz="6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5937902" y="8924154"/>
            <a:ext cx="310112" cy="527403"/>
          </a:xfrm>
          <a:prstGeom prst="rect">
            <a:avLst/>
          </a:prstGeom>
        </p:spPr>
        <p:txBody>
          <a:bodyPr vert="horz" lIns="91440" tIns="45720" rIns="91440" bIns="45720" rtlCol="0" anchor="ctr"/>
          <a:lstStyle>
            <a:lvl1pPr algn="r">
              <a:defRPr sz="600" b="1" i="0">
                <a:solidFill>
                  <a:schemeClr val="tx1">
                    <a:lumMod val="75000"/>
                  </a:schemeClr>
                </a:solidFill>
                <a:effectLst>
                  <a:outerShdw blurRad="50800" dist="38100" dir="2700000" algn="tl" rotWithShape="0">
                    <a:srgbClr val="000000">
                      <a:alpha val="43000"/>
                    </a:srgbClr>
                  </a:outerShdw>
                </a:effectLst>
                <a:latin typeface="+mn-lt"/>
              </a:defRPr>
            </a:lvl1pPr>
          </a:lstStyle>
          <a:p>
            <a:fld id="{9271DFB4-1BA1-4852-8780-AD2CF7EBA930}" type="slidenum">
              <a:rPr lang="en-US" smtClean="0"/>
              <a:t>‹#›</a:t>
            </a:fld>
            <a:endParaRPr lang="en-US"/>
          </a:p>
        </p:txBody>
      </p:sp>
    </p:spTree>
    <p:extLst>
      <p:ext uri="{BB962C8B-B14F-4D97-AF65-F5344CB8AC3E}">
        <p14:creationId xmlns:p14="http://schemas.microsoft.com/office/powerpoint/2010/main" val="1320866986"/>
      </p:ext>
    </p:extLst>
  </p:cSld>
  <p:clrMap bg1="dk1" tx1="lt1" bg2="dk2" tx2="lt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Lst>
  <p:txStyles>
    <p:titleStyle>
      <a:lvl1pPr algn="l" defTabSz="342900" rtl="0" eaLnBrk="1" latinLnBrk="0" hangingPunct="1">
        <a:spcBef>
          <a:spcPct val="0"/>
        </a:spcBef>
        <a:buNone/>
        <a:defRPr sz="2100"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tx1"/>
        </a:buClr>
        <a:buSzPct val="130000"/>
        <a:buFont typeface="Arial"/>
        <a:buChar char="•"/>
        <a:defRPr sz="135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557213" indent="-214313" algn="l" defTabSz="342900" rtl="0" eaLnBrk="1" latinLnBrk="0" hangingPunct="1">
        <a:spcBef>
          <a:spcPct val="20000"/>
        </a:spcBef>
        <a:spcAft>
          <a:spcPts val="450"/>
        </a:spcAft>
        <a:buClr>
          <a:schemeClr val="tx1"/>
        </a:buClr>
        <a:buSzPct val="130000"/>
        <a:buFont typeface="Arial"/>
        <a:buChar char="•"/>
        <a:defRPr sz="12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900113" indent="-214313" algn="l" defTabSz="342900" rtl="0" eaLnBrk="1" latinLnBrk="0" hangingPunct="1">
        <a:spcBef>
          <a:spcPct val="20000"/>
        </a:spcBef>
        <a:spcAft>
          <a:spcPts val="450"/>
        </a:spcAft>
        <a:buClr>
          <a:schemeClr val="tx1"/>
        </a:buClr>
        <a:buSzPct val="130000"/>
        <a:buFont typeface="Arial"/>
        <a:buChar char="•"/>
        <a:defRPr sz="105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157288" indent="-128588" algn="l" defTabSz="342900" rtl="0" eaLnBrk="1" latinLnBrk="0" hangingPunct="1">
        <a:spcBef>
          <a:spcPct val="20000"/>
        </a:spcBef>
        <a:spcAft>
          <a:spcPts val="450"/>
        </a:spcAft>
        <a:buClr>
          <a:schemeClr val="tx1"/>
        </a:buClr>
        <a:buSzPct val="130000"/>
        <a:buFont typeface="Arial"/>
        <a:buChar char="•"/>
        <a:defRPr sz="105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1500188" indent="-128588" algn="l" defTabSz="342900" rtl="0" eaLnBrk="1" latinLnBrk="0" hangingPunct="1">
        <a:spcBef>
          <a:spcPct val="20000"/>
        </a:spcBef>
        <a:spcAft>
          <a:spcPts val="450"/>
        </a:spcAft>
        <a:buClr>
          <a:schemeClr val="tx1"/>
        </a:buClr>
        <a:buSzPct val="130000"/>
        <a:buFont typeface="Arial"/>
        <a:buChar char="•"/>
        <a:defRPr sz="9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1885950" indent="-171450" algn="l" defTabSz="342900" rtl="0" eaLnBrk="1" latinLnBrk="0" hangingPunct="1">
        <a:spcBef>
          <a:spcPct val="20000"/>
        </a:spcBef>
        <a:spcAft>
          <a:spcPts val="450"/>
        </a:spcAft>
        <a:buClr>
          <a:schemeClr val="tx1"/>
        </a:buClr>
        <a:buSzPct val="130000"/>
        <a:buFont typeface="Arial"/>
        <a:buChar char="•"/>
        <a:defRPr sz="825"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228850" indent="-171450" algn="l" defTabSz="342900" rtl="0" eaLnBrk="1" latinLnBrk="0" hangingPunct="1">
        <a:spcBef>
          <a:spcPct val="20000"/>
        </a:spcBef>
        <a:spcAft>
          <a:spcPts val="450"/>
        </a:spcAft>
        <a:buClr>
          <a:schemeClr val="tx1"/>
        </a:buClr>
        <a:buSzPct val="130000"/>
        <a:buFont typeface="Arial"/>
        <a:buChar char="•"/>
        <a:defRPr sz="825"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2571750" indent="-171450" algn="l" defTabSz="342900" rtl="0" eaLnBrk="1" latinLnBrk="0" hangingPunct="1">
        <a:spcBef>
          <a:spcPct val="20000"/>
        </a:spcBef>
        <a:spcAft>
          <a:spcPts val="450"/>
        </a:spcAft>
        <a:buClr>
          <a:schemeClr val="tx1"/>
        </a:buClr>
        <a:buSzPct val="130000"/>
        <a:buFont typeface="Arial"/>
        <a:buChar char="•"/>
        <a:defRPr sz="825"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2914650" indent="-171450" algn="l" defTabSz="342900" rtl="0" eaLnBrk="1" latinLnBrk="0" hangingPunct="1">
        <a:spcBef>
          <a:spcPct val="20000"/>
        </a:spcBef>
        <a:spcAft>
          <a:spcPts val="450"/>
        </a:spcAft>
        <a:buClr>
          <a:schemeClr val="tx1"/>
        </a:buClr>
        <a:buSzPct val="100000"/>
        <a:buFont typeface="Arial"/>
        <a:buChar char="•"/>
        <a:defRPr sz="825"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D6C3E19-3AC2-0325-68D0-E053E3D0A44F}"/>
              </a:ext>
            </a:extLst>
          </p:cNvPr>
          <p:cNvSpPr/>
          <p:nvPr/>
        </p:nvSpPr>
        <p:spPr>
          <a:xfrm>
            <a:off x="-23554" y="94823"/>
            <a:ext cx="6746702" cy="938287"/>
          </a:xfrm>
          <a:prstGeom prst="rect">
            <a:avLst/>
          </a:prstGeom>
          <a:solidFill>
            <a:schemeClr val="bg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sz="1800" b="1" cap="none">
                <a:latin typeface="Times New Roman" panose="02020603050405020304" pitchFamily="18" charset="0"/>
                <a:cs typeface="Times New Roman" panose="02020603050405020304" pitchFamily="18" charset="0"/>
              </a:rPr>
              <a:t>                                                       </a:t>
            </a:r>
            <a:endParaRPr lang="en-US" b="1"/>
          </a:p>
        </p:txBody>
      </p:sp>
      <p:sp>
        <p:nvSpPr>
          <p:cNvPr id="21" name="Rectangle 20">
            <a:extLst>
              <a:ext uri="{FF2B5EF4-FFF2-40B4-BE49-F238E27FC236}">
                <a16:creationId xmlns:a16="http://schemas.microsoft.com/office/drawing/2014/main" id="{58ACA471-94C3-F400-24F1-4C6E77216169}"/>
              </a:ext>
            </a:extLst>
          </p:cNvPr>
          <p:cNvSpPr/>
          <p:nvPr/>
        </p:nvSpPr>
        <p:spPr>
          <a:xfrm>
            <a:off x="-13855" y="0"/>
            <a:ext cx="2464337" cy="9906000"/>
          </a:xfrm>
          <a:prstGeom prst="rect">
            <a:avLst/>
          </a:prstGeom>
          <a:solidFill>
            <a:schemeClr val="bg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
            <a:extLst>
              <a:ext uri="{FF2B5EF4-FFF2-40B4-BE49-F238E27FC236}">
                <a16:creationId xmlns:a16="http://schemas.microsoft.com/office/drawing/2014/main" id="{4E73A8BC-FF41-69DA-3E4E-730CDA7FF19F}"/>
              </a:ext>
            </a:extLst>
          </p:cNvPr>
          <p:cNvSpPr>
            <a:spLocks noGrp="1" noChangeArrowheads="1"/>
          </p:cNvSpPr>
          <p:nvPr>
            <p:ph type="title"/>
          </p:nvPr>
        </p:nvSpPr>
        <p:spPr bwMode="auto">
          <a:xfrm>
            <a:off x="63730" y="3150343"/>
            <a:ext cx="2373899"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Chương này giới thiệu nền tảng của lập trình Python: cách lưu trữ dữ liệu thông qua biến, thực hiện tính toán bằng các biểu thức và tương tác cơ bản. Nó giải thích các quy tắc cú pháp, các kiểu dữ liệu số học, chuỗi và cách chuyển đổi giữa chúng.</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Rectangle 1">
            <a:extLst>
              <a:ext uri="{FF2B5EF4-FFF2-40B4-BE49-F238E27FC236}">
                <a16:creationId xmlns:a16="http://schemas.microsoft.com/office/drawing/2014/main" id="{9D5E7DEE-A7FE-2820-6D8C-B28CC94D60BB}"/>
              </a:ext>
            </a:extLst>
          </p:cNvPr>
          <p:cNvSpPr txBox="1">
            <a:spLocks noChangeArrowheads="1"/>
          </p:cNvSpPr>
          <p:nvPr/>
        </p:nvSpPr>
        <p:spPr bwMode="auto">
          <a:xfrm>
            <a:off x="76582" y="6230679"/>
            <a:ext cx="2373900" cy="26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l" defTabSz="685800" rtl="0" eaLnBrk="1" latinLnBrk="0" hangingPunct="1">
              <a:lnSpc>
                <a:spcPct val="90000"/>
              </a:lnSpc>
              <a:spcBef>
                <a:spcPct val="0"/>
              </a:spcBef>
              <a:buNone/>
              <a:defRPr sz="2400" kern="1200" cap="all" baseline="0">
                <a:solidFill>
                  <a:schemeClr val="tx1"/>
                </a:solidFill>
                <a:latin typeface="+mj-lt"/>
                <a:ea typeface="+mj-ea"/>
                <a:cs typeface="+mj-cs"/>
              </a:defRPr>
            </a:lvl1pPr>
          </a:lstStyle>
          <a:p>
            <a:pPr algn="just" defTabSz="914400" eaLnBrk="0" fontAlgn="base" hangingPunct="0">
              <a:lnSpc>
                <a:spcPct val="100000"/>
              </a:lnSpc>
              <a:spcAft>
                <a:spcPct val="0"/>
              </a:spcAft>
            </a:pPr>
            <a:r>
              <a:rPr lang="en-US" altLang="en-US" sz="1300" b="1" cap="none">
                <a:latin typeface="Times New Roman" panose="02020603050405020304" pitchFamily="18" charset="0"/>
                <a:cs typeface="Times New Roman" panose="02020603050405020304" pitchFamily="18" charset="0"/>
              </a:rPr>
              <a:t>Hằng &amp; Biến:</a:t>
            </a:r>
            <a:r>
              <a:rPr lang="en-US" altLang="en-US" sz="1300" cap="none">
                <a:latin typeface="Times New Roman" panose="02020603050405020304" pitchFamily="18" charset="0"/>
                <a:cs typeface="Times New Roman" panose="02020603050405020304" pitchFamily="18" charset="0"/>
              </a:rPr>
              <a:t> Phân biệt giá trị cố định và ô nhớ có tên.</a:t>
            </a:r>
          </a:p>
          <a:p>
            <a:pPr algn="just" defTabSz="914400" eaLnBrk="0" fontAlgn="base" hangingPunct="0">
              <a:lnSpc>
                <a:spcPct val="100000"/>
              </a:lnSpc>
              <a:spcAft>
                <a:spcPct val="0"/>
              </a:spcAft>
            </a:pPr>
            <a:endParaRPr lang="en-US" altLang="en-US" sz="1300" cap="none">
              <a:latin typeface="Times New Roman" panose="02020603050405020304" pitchFamily="18" charset="0"/>
              <a:cs typeface="Times New Roman" panose="02020603050405020304" pitchFamily="18" charset="0"/>
            </a:endParaRPr>
          </a:p>
          <a:p>
            <a:pPr algn="just" defTabSz="914400" eaLnBrk="0" fontAlgn="base" hangingPunct="0">
              <a:lnSpc>
                <a:spcPct val="100000"/>
              </a:lnSpc>
              <a:spcAft>
                <a:spcPct val="0"/>
              </a:spcAft>
            </a:pPr>
            <a:r>
              <a:rPr lang="en-US" altLang="en-US" sz="1300" b="1" cap="none">
                <a:latin typeface="Times New Roman" panose="02020603050405020304" pitchFamily="18" charset="0"/>
                <a:cs typeface="Times New Roman" panose="02020603050405020304" pitchFamily="18" charset="0"/>
              </a:rPr>
              <a:t>Quy tắc:</a:t>
            </a:r>
            <a:r>
              <a:rPr lang="en-US" altLang="en-US" sz="1300" cap="none">
                <a:latin typeface="Times New Roman" panose="02020603050405020304" pitchFamily="18" charset="0"/>
                <a:cs typeface="Times New Roman" panose="02020603050405020304" pitchFamily="18" charset="0"/>
              </a:rPr>
              <a:t> Đặt tên biến đúng cú pháp, tránh từ khóa.</a:t>
            </a:r>
          </a:p>
          <a:p>
            <a:pPr algn="just" defTabSz="914400" eaLnBrk="0" fontAlgn="base" hangingPunct="0">
              <a:lnSpc>
                <a:spcPct val="100000"/>
              </a:lnSpc>
              <a:spcAft>
                <a:spcPct val="0"/>
              </a:spcAft>
            </a:pPr>
            <a:endParaRPr lang="en-US" altLang="en-US" sz="1300" cap="none">
              <a:latin typeface="Times New Roman" panose="02020603050405020304" pitchFamily="18" charset="0"/>
              <a:cs typeface="Times New Roman" panose="02020603050405020304" pitchFamily="18" charset="0"/>
            </a:endParaRPr>
          </a:p>
          <a:p>
            <a:pPr algn="just" defTabSz="914400" eaLnBrk="0" fontAlgn="base" hangingPunct="0">
              <a:lnSpc>
                <a:spcPct val="100000"/>
              </a:lnSpc>
              <a:spcAft>
                <a:spcPct val="0"/>
              </a:spcAft>
            </a:pPr>
            <a:r>
              <a:rPr lang="en-US" altLang="en-US" sz="1300" b="1" cap="none">
                <a:latin typeface="Times New Roman" panose="02020603050405020304" pitchFamily="18" charset="0"/>
                <a:cs typeface="Times New Roman" panose="02020603050405020304" pitchFamily="18" charset="0"/>
              </a:rPr>
              <a:t>Thứ tự:</a:t>
            </a:r>
            <a:r>
              <a:rPr lang="en-US" altLang="en-US" sz="1300" cap="none">
                <a:latin typeface="Times New Roman" panose="02020603050405020304" pitchFamily="18" charset="0"/>
                <a:cs typeface="Times New Roman" panose="02020603050405020304" pitchFamily="18" charset="0"/>
              </a:rPr>
              <a:t> Nắm vững thứ tự ưu tiên toán tử (Parenthesis -&gt; Power -&gt; Mult/Div -&gt; Add/Sub)</a:t>
            </a:r>
          </a:p>
          <a:p>
            <a:pPr algn="just" defTabSz="914400" eaLnBrk="0" fontAlgn="base" hangingPunct="0">
              <a:lnSpc>
                <a:spcPct val="100000"/>
              </a:lnSpc>
              <a:spcAft>
                <a:spcPct val="0"/>
              </a:spcAft>
            </a:pPr>
            <a:r>
              <a:rPr lang="en-US" altLang="en-US" sz="1300" cap="none">
                <a:latin typeface="Times New Roman" panose="02020603050405020304" pitchFamily="18" charset="0"/>
                <a:cs typeface="Times New Roman" panose="02020603050405020304" pitchFamily="18" charset="0"/>
              </a:rPr>
              <a:t> </a:t>
            </a:r>
          </a:p>
          <a:p>
            <a:pPr algn="just" defTabSz="914400" eaLnBrk="0" fontAlgn="base" hangingPunct="0">
              <a:lnSpc>
                <a:spcPct val="100000"/>
              </a:lnSpc>
              <a:spcAft>
                <a:spcPct val="0"/>
              </a:spcAft>
            </a:pPr>
            <a:r>
              <a:rPr lang="en-US" altLang="en-US" sz="1300" b="1" cap="none">
                <a:latin typeface="Times New Roman" panose="02020603050405020304" pitchFamily="18" charset="0"/>
                <a:cs typeface="Times New Roman" panose="02020603050405020304" pitchFamily="18" charset="0"/>
              </a:rPr>
              <a:t>Kiểu dữ liệu:</a:t>
            </a:r>
            <a:r>
              <a:rPr lang="en-US" altLang="en-US" sz="1300" cap="none">
                <a:latin typeface="Times New Roman" panose="02020603050405020304" pitchFamily="18" charset="0"/>
                <a:cs typeface="Times New Roman" panose="02020603050405020304" pitchFamily="18" charset="0"/>
              </a:rPr>
              <a:t> Hiểu int, float, string và ép kiểu.</a:t>
            </a:r>
          </a:p>
          <a:p>
            <a:pPr algn="just" defTabSz="914400" eaLnBrk="0" fontAlgn="base" hangingPunct="0">
              <a:lnSpc>
                <a:spcPct val="100000"/>
              </a:lnSpc>
              <a:spcAft>
                <a:spcPct val="0"/>
              </a:spcAft>
            </a:pPr>
            <a:endParaRPr lang="en-US" altLang="en-US" sz="1300" cap="none">
              <a:latin typeface="Times New Roman" panose="02020603050405020304" pitchFamily="18" charset="0"/>
              <a:cs typeface="Times New Roman" panose="02020603050405020304" pitchFamily="18" charset="0"/>
            </a:endParaRPr>
          </a:p>
        </p:txBody>
      </p:sp>
      <p:sp>
        <p:nvSpPr>
          <p:cNvPr id="20" name="Rectangle 1">
            <a:extLst>
              <a:ext uri="{FF2B5EF4-FFF2-40B4-BE49-F238E27FC236}">
                <a16:creationId xmlns:a16="http://schemas.microsoft.com/office/drawing/2014/main" id="{A725221E-857C-488F-4058-39C5AC50E24E}"/>
              </a:ext>
            </a:extLst>
          </p:cNvPr>
          <p:cNvSpPr txBox="1">
            <a:spLocks noChangeArrowheads="1"/>
          </p:cNvSpPr>
          <p:nvPr/>
        </p:nvSpPr>
        <p:spPr bwMode="auto">
          <a:xfrm>
            <a:off x="3050155" y="248655"/>
            <a:ext cx="329599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l" defTabSz="342900" rtl="0" eaLnBrk="1" latinLnBrk="0" hangingPunct="1">
              <a:spcBef>
                <a:spcPct val="0"/>
              </a:spcBef>
              <a:buNone/>
              <a:defRPr sz="1650" b="0"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defTabSz="914400" eaLnBrk="0" fontAlgn="base" hangingPunct="0">
              <a:spcAft>
                <a:spcPct val="0"/>
              </a:spcAft>
            </a:pPr>
            <a:r>
              <a:rPr lang="en-US" altLang="en-US" sz="1800" b="1" cap="none">
                <a:ln>
                  <a:noFill/>
                </a:ln>
                <a:solidFill>
                  <a:schemeClr val="tx1"/>
                </a:solidFill>
                <a:effectLst/>
                <a:latin typeface="Times New Roman" panose="02020603050405020304" pitchFamily="18" charset="0"/>
                <a:cs typeface="Times New Roman" panose="02020603050405020304" pitchFamily="18" charset="0"/>
              </a:rPr>
              <a:t>CHEAT SHEET 2 : BIẾN – </a:t>
            </a:r>
          </a:p>
          <a:p>
            <a:pPr algn="just" defTabSz="914400" eaLnBrk="0" fontAlgn="base" hangingPunct="0">
              <a:spcAft>
                <a:spcPct val="0"/>
              </a:spcAft>
            </a:pPr>
            <a:r>
              <a:rPr lang="en-US" altLang="en-US" sz="1800" b="1" cap="none">
                <a:ln>
                  <a:noFill/>
                </a:ln>
                <a:solidFill>
                  <a:schemeClr val="tx1"/>
                </a:solidFill>
                <a:effectLst/>
                <a:latin typeface="Times New Roman" panose="02020603050405020304" pitchFamily="18" charset="0"/>
                <a:cs typeface="Times New Roman" panose="02020603050405020304" pitchFamily="18" charset="0"/>
              </a:rPr>
              <a:t>BIỂU THỨC –  CÂU LỆNH</a:t>
            </a:r>
            <a:endParaRPr lang="en-US" altLang="en-US" sz="1800" cap="none">
              <a:ln>
                <a:noFill/>
              </a:ln>
              <a:solidFill>
                <a:schemeClr val="tx1"/>
              </a:solidFill>
              <a:effectLst/>
              <a:latin typeface="Times New Roman" panose="02020603050405020304" pitchFamily="18" charset="0"/>
              <a:cs typeface="Times New Roman" panose="02020603050405020304" pitchFamily="18" charset="0"/>
            </a:endParaRPr>
          </a:p>
          <a:p>
            <a:pPr algn="just" defTabSz="914400" eaLnBrk="0" fontAlgn="base" hangingPunct="0">
              <a:spcAft>
                <a:spcPct val="0"/>
              </a:spcAft>
            </a:pPr>
            <a:endParaRPr lang="en-US" altLang="en-US" sz="1800" cap="none">
              <a:ln>
                <a:noFill/>
              </a:ln>
              <a:solidFill>
                <a:schemeClr val="tx1"/>
              </a:solidFill>
              <a:effectLst/>
              <a:latin typeface="Times New Roman" panose="02020603050405020304" pitchFamily="18" charset="0"/>
              <a:cs typeface="Times New Roman" panose="02020603050405020304" pitchFamily="18" charset="0"/>
            </a:endParaRPr>
          </a:p>
        </p:txBody>
      </p:sp>
      <p:sp>
        <p:nvSpPr>
          <p:cNvPr id="22" name="Rectangle 1">
            <a:extLst>
              <a:ext uri="{FF2B5EF4-FFF2-40B4-BE49-F238E27FC236}">
                <a16:creationId xmlns:a16="http://schemas.microsoft.com/office/drawing/2014/main" id="{4D3E4AF5-55FF-324B-4C21-E9CDBA39E29D}"/>
              </a:ext>
            </a:extLst>
          </p:cNvPr>
          <p:cNvSpPr txBox="1">
            <a:spLocks noChangeArrowheads="1"/>
          </p:cNvSpPr>
          <p:nvPr/>
        </p:nvSpPr>
        <p:spPr bwMode="auto">
          <a:xfrm>
            <a:off x="464896" y="2690834"/>
            <a:ext cx="25852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l" defTabSz="342900" rtl="0" eaLnBrk="1" latinLnBrk="0" hangingPunct="1">
              <a:spcBef>
                <a:spcPct val="0"/>
              </a:spcBef>
              <a:buNone/>
              <a:defRPr sz="1650" b="0"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defTabSz="914400" eaLnBrk="0" fontAlgn="base" hangingPunct="0">
              <a:spcAft>
                <a:spcPct val="0"/>
              </a:spcAft>
            </a:pPr>
            <a:r>
              <a:rPr lang="en-US" altLang="en-US" sz="1800" b="1" cap="none">
                <a:ln>
                  <a:noFill/>
                </a:ln>
                <a:solidFill>
                  <a:schemeClr val="tx1"/>
                </a:solidFill>
                <a:effectLst/>
                <a:latin typeface="Times New Roman" panose="02020603050405020304" pitchFamily="18" charset="0"/>
                <a:cs typeface="Times New Roman" panose="02020603050405020304" pitchFamily="18" charset="0"/>
              </a:rPr>
              <a:t>TỔNG QUAN</a:t>
            </a:r>
            <a:endParaRPr lang="en-US" altLang="en-US" sz="1800" cap="none">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24" name="Straight Connector 23">
            <a:extLst>
              <a:ext uri="{FF2B5EF4-FFF2-40B4-BE49-F238E27FC236}">
                <a16:creationId xmlns:a16="http://schemas.microsoft.com/office/drawing/2014/main" id="{9A06D173-F671-B5BD-CF46-B015A5DCD9F8}"/>
              </a:ext>
            </a:extLst>
          </p:cNvPr>
          <p:cNvCxnSpPr/>
          <p:nvPr/>
        </p:nvCxnSpPr>
        <p:spPr>
          <a:xfrm>
            <a:off x="41561" y="3197282"/>
            <a:ext cx="0" cy="1527737"/>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25" name="Rectangle 1">
            <a:extLst>
              <a:ext uri="{FF2B5EF4-FFF2-40B4-BE49-F238E27FC236}">
                <a16:creationId xmlns:a16="http://schemas.microsoft.com/office/drawing/2014/main" id="{814FEB4B-FF47-D13A-7673-58ABE598920B}"/>
              </a:ext>
            </a:extLst>
          </p:cNvPr>
          <p:cNvSpPr txBox="1">
            <a:spLocks noChangeArrowheads="1"/>
          </p:cNvSpPr>
          <p:nvPr/>
        </p:nvSpPr>
        <p:spPr bwMode="auto">
          <a:xfrm>
            <a:off x="412633" y="5569328"/>
            <a:ext cx="203784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l" defTabSz="685800" rtl="0" eaLnBrk="1" latinLnBrk="0" hangingPunct="1">
              <a:lnSpc>
                <a:spcPct val="90000"/>
              </a:lnSpc>
              <a:spcBef>
                <a:spcPct val="0"/>
              </a:spcBef>
              <a:buNone/>
              <a:defRPr sz="2400" kern="1200" cap="all" baseline="0">
                <a:solidFill>
                  <a:schemeClr val="tx1"/>
                </a:solidFill>
                <a:latin typeface="+mj-lt"/>
                <a:ea typeface="+mj-ea"/>
                <a:cs typeface="+mj-cs"/>
              </a:defRPr>
            </a:lvl1pPr>
          </a:lstStyle>
          <a:p>
            <a:pPr defTabSz="914400" eaLnBrk="0" fontAlgn="base" hangingPunct="0">
              <a:lnSpc>
                <a:spcPct val="100000"/>
              </a:lnSpc>
              <a:spcAft>
                <a:spcPct val="0"/>
              </a:spcAft>
            </a:pPr>
            <a:r>
              <a:rPr lang="en-US" altLang="en-US" sz="1800" b="1" cap="none">
                <a:latin typeface="Times New Roman" panose="02020603050405020304" pitchFamily="18" charset="0"/>
                <a:cs typeface="Times New Roman" panose="02020603050405020304" pitchFamily="18" charset="0"/>
              </a:rPr>
              <a:t>THÀNH PHẦN</a:t>
            </a:r>
            <a:endParaRPr lang="en-US" altLang="en-US" sz="1800" cap="none">
              <a:latin typeface="Times New Roman" panose="02020603050405020304" pitchFamily="18" charset="0"/>
              <a:cs typeface="Times New Roman" panose="02020603050405020304" pitchFamily="18" charset="0"/>
            </a:endParaRPr>
          </a:p>
        </p:txBody>
      </p:sp>
      <p:cxnSp>
        <p:nvCxnSpPr>
          <p:cNvPr id="26" name="Straight Connector 25">
            <a:extLst>
              <a:ext uri="{FF2B5EF4-FFF2-40B4-BE49-F238E27FC236}">
                <a16:creationId xmlns:a16="http://schemas.microsoft.com/office/drawing/2014/main" id="{D988CCE2-30DF-B907-415D-F70BFF682866}"/>
              </a:ext>
            </a:extLst>
          </p:cNvPr>
          <p:cNvCxnSpPr>
            <a:cxnSpLocks/>
          </p:cNvCxnSpPr>
          <p:nvPr/>
        </p:nvCxnSpPr>
        <p:spPr>
          <a:xfrm>
            <a:off x="41561" y="6134792"/>
            <a:ext cx="11084" cy="2610197"/>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30" name="Flowchart: Connector 29">
            <a:extLst>
              <a:ext uri="{FF2B5EF4-FFF2-40B4-BE49-F238E27FC236}">
                <a16:creationId xmlns:a16="http://schemas.microsoft.com/office/drawing/2014/main" id="{CDC87016-6D31-2261-36BD-8D92C4E899B6}"/>
              </a:ext>
            </a:extLst>
          </p:cNvPr>
          <p:cNvSpPr/>
          <p:nvPr/>
        </p:nvSpPr>
        <p:spPr>
          <a:xfrm>
            <a:off x="-23553" y="6350000"/>
            <a:ext cx="130227" cy="127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Connector 30">
            <a:extLst>
              <a:ext uri="{FF2B5EF4-FFF2-40B4-BE49-F238E27FC236}">
                <a16:creationId xmlns:a16="http://schemas.microsoft.com/office/drawing/2014/main" id="{8435A345-5312-07F8-0FE2-1748E6C4D37C}"/>
              </a:ext>
            </a:extLst>
          </p:cNvPr>
          <p:cNvSpPr/>
          <p:nvPr/>
        </p:nvSpPr>
        <p:spPr>
          <a:xfrm>
            <a:off x="-23553" y="6962775"/>
            <a:ext cx="130227" cy="127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a:extLst>
              <a:ext uri="{FF2B5EF4-FFF2-40B4-BE49-F238E27FC236}">
                <a16:creationId xmlns:a16="http://schemas.microsoft.com/office/drawing/2014/main" id="{609F26AA-CEF3-E22E-CE71-49B6F4D751AC}"/>
              </a:ext>
            </a:extLst>
          </p:cNvPr>
          <p:cNvSpPr/>
          <p:nvPr/>
        </p:nvSpPr>
        <p:spPr>
          <a:xfrm>
            <a:off x="-23554" y="7526962"/>
            <a:ext cx="130227" cy="127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Connector 32">
            <a:extLst>
              <a:ext uri="{FF2B5EF4-FFF2-40B4-BE49-F238E27FC236}">
                <a16:creationId xmlns:a16="http://schemas.microsoft.com/office/drawing/2014/main" id="{7ADB68FD-E347-EC82-928C-00F0ED0E2B0A}"/>
              </a:ext>
            </a:extLst>
          </p:cNvPr>
          <p:cNvSpPr/>
          <p:nvPr/>
        </p:nvSpPr>
        <p:spPr>
          <a:xfrm>
            <a:off x="-23554" y="8334375"/>
            <a:ext cx="130227" cy="127000"/>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Graphic 34" descr="Computer with solid fill">
            <a:extLst>
              <a:ext uri="{FF2B5EF4-FFF2-40B4-BE49-F238E27FC236}">
                <a16:creationId xmlns:a16="http://schemas.microsoft.com/office/drawing/2014/main" id="{3C1D48CA-96D2-7417-ED51-B2FCDD8E2F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8491" y="716063"/>
            <a:ext cx="1380375" cy="1380375"/>
          </a:xfrm>
          <a:prstGeom prst="rect">
            <a:avLst/>
          </a:prstGeom>
        </p:spPr>
      </p:pic>
      <p:sp>
        <p:nvSpPr>
          <p:cNvPr id="36" name="Rectangle 2">
            <a:extLst>
              <a:ext uri="{FF2B5EF4-FFF2-40B4-BE49-F238E27FC236}">
                <a16:creationId xmlns:a16="http://schemas.microsoft.com/office/drawing/2014/main" id="{48E85D22-1028-669E-F344-4E5F3A5BD3AB}"/>
              </a:ext>
            </a:extLst>
          </p:cNvPr>
          <p:cNvSpPr>
            <a:spLocks noChangeArrowheads="1"/>
          </p:cNvSpPr>
          <p:nvPr/>
        </p:nvSpPr>
        <p:spPr bwMode="auto">
          <a:xfrm>
            <a:off x="2428854" y="1306622"/>
            <a:ext cx="4438534" cy="8894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1. Hằng số &amp; Biến (Constants &amp; Variables)</a:t>
            </a:r>
            <a:endParaRPr lang="en-US" altLang="en-US" sz="1300" b="1">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Hằng số:</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Các giá trị cố định như số hoặc chuỗi ký tự.</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Ví dụ:</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123, 98.6, 'Hello world’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Biến:</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Một vị trí trong bộ nhớ có tên để lưu trữ dữ liệu và có thể thay đổi giá trị sau này.</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Ví dụ:</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x = 12.2 (Gán 12.2 cho biến x).</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2. Quy tắc đặt tên biến (Naming Rules)</a:t>
            </a:r>
            <a:endPar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Quy tắc:</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Chỉ dùng chữ cái, số, và dấu gạch dưới (_). </a:t>
            </a:r>
            <a:r>
              <a:rPr lang="en-US" altLang="en-US" sz="1300">
                <a:latin typeface="Times New Roman" panose="02020603050405020304" pitchFamily="18" charset="0"/>
                <a:cs typeface="Times New Roman" panose="02020603050405020304" pitchFamily="18" charset="0"/>
              </a:rPr>
              <a:t>Không</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được bắt đầu bằng số. Phân biệt hoa thường (Case Sensitive).</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Từ khóa (Reserved Words):</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Không dùng các từ dành riêng của Python (như if, else, while, class) để đặt tên biến.</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Đúng:</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spam, eggs, _speed. </a:t>
            </a:r>
            <a:r>
              <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Sai:</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23spam, var.12.</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 Câu lệnh gán &amp; Biểu thức (Assignments)</a:t>
            </a:r>
            <a:endPar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Dùng dấu = để gán giá trị. Vế phải là biểu thức được tính toán trước, kết quả lưu vào biến ở vế trái.</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Ví dụ:</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x = x + 2 (Lấy giá trị hiện tại của x cộng 2, rồi lưu lại vào x).</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4. Các toán tử số học (Numeric Operators)</a:t>
            </a:r>
            <a:endPar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Python dùng ký hiệu đặc biệt cho toán học:</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 / : Cộng, Trừ, Nhân, Chia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Lũy thừa (Power).</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Chia lấy dư (Remainder/Modulus).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Thứ tự ưu tiên:</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Ngoặc đơn () → Lũy thừa ** → Nhân/Chia * / → Cộng/Trừ + - → Trái sang phải .</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5. Kiểu dữ liệu &amp; Chuyển đổi (Data Types)</a:t>
            </a:r>
            <a:endPar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 (Số nguyên): 0, 12, -5.</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float (Số thực): 4.5, 0.1.</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str (Chuỗi): "Hello".</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Chuyển đổi (Type Conversion):</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Dùng hàm int(), float(), str() để đổi kiểu.</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Ví dụ:</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float(99) → 99.0; int('123') → 123.</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300" b="1"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 Nhập liệu &amp; Chuỗi (Input &amp; Strings)</a:t>
            </a:r>
            <a:endPar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Nhập liệu:</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Dùng hàm raw_input() để dừng chương trình và nhận dữ liệu từ người dùng (trả về chuỗi).</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Toán tử chuỗi:</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nối chuỗi, * lặp lại chuỗi.</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0"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Ví dụ:</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'Hi' * 5 → 'HiHiHiHiHi’.</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3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Chú thích:</a:t>
            </a:r>
            <a:r>
              <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Bất cứ thứ gì sau dấu # đều bị Python bỏ qua</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
        <p:nvSpPr>
          <p:cNvPr id="37" name="Rectangle 1">
            <a:extLst>
              <a:ext uri="{FF2B5EF4-FFF2-40B4-BE49-F238E27FC236}">
                <a16:creationId xmlns:a16="http://schemas.microsoft.com/office/drawing/2014/main" id="{14499C00-0B0B-0E89-A248-9CEDCACD868A}"/>
              </a:ext>
            </a:extLst>
          </p:cNvPr>
          <p:cNvSpPr txBox="1">
            <a:spLocks noChangeArrowheads="1"/>
          </p:cNvSpPr>
          <p:nvPr/>
        </p:nvSpPr>
        <p:spPr bwMode="auto">
          <a:xfrm>
            <a:off x="2496434" y="1067696"/>
            <a:ext cx="258525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l" defTabSz="342900" rtl="0" eaLnBrk="1" latinLnBrk="0" hangingPunct="1">
              <a:spcBef>
                <a:spcPct val="0"/>
              </a:spcBef>
              <a:buNone/>
              <a:defRPr sz="1650" b="0"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defTabSz="914400" eaLnBrk="0" fontAlgn="base" hangingPunct="0">
              <a:spcAft>
                <a:spcPct val="0"/>
              </a:spcAft>
            </a:pPr>
            <a:r>
              <a:rPr lang="en-US" altLang="en-US" sz="1600" b="1" cap="none">
                <a:ln>
                  <a:noFill/>
                </a:ln>
                <a:solidFill>
                  <a:schemeClr val="tx1"/>
                </a:solidFill>
                <a:effectLst/>
                <a:latin typeface="Times New Roman" panose="02020603050405020304" pitchFamily="18" charset="0"/>
                <a:cs typeface="Times New Roman" panose="02020603050405020304" pitchFamily="18" charset="0"/>
              </a:rPr>
              <a:t>NỘI DUNG CHÍNH</a:t>
            </a:r>
            <a:endParaRPr lang="en-US" altLang="en-US" sz="1600" cap="none">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41" name="Straight Connector 40">
            <a:extLst>
              <a:ext uri="{FF2B5EF4-FFF2-40B4-BE49-F238E27FC236}">
                <a16:creationId xmlns:a16="http://schemas.microsoft.com/office/drawing/2014/main" id="{7E71A77A-0A53-DBFD-CD75-23F383C6B326}"/>
              </a:ext>
            </a:extLst>
          </p:cNvPr>
          <p:cNvCxnSpPr/>
          <p:nvPr/>
        </p:nvCxnSpPr>
        <p:spPr>
          <a:xfrm>
            <a:off x="2496434" y="1406250"/>
            <a:ext cx="1938867"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342693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40</TotalTime>
  <Words>616</Words>
  <Application>Microsoft Office PowerPoint</Application>
  <PresentationFormat>A4 Paper (210x297 mm)</PresentationFormat>
  <Paragraphs>48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Century Gothic</vt:lpstr>
      <vt:lpstr>Times New Roman</vt:lpstr>
      <vt:lpstr>Mesh</vt:lpstr>
      <vt:lpstr>      Chương này giới thiệu nền tảng của lập trình Python: cách lưu trữ dữ liệu thông qua biến, thực hiện tính toán bằng các biểu thức và tương tác cơ bản. Nó giải thích các quy tắc cú pháp, các kiểu dữ liệu số học, chuỗi và cách chuyển đổi giữa chúng.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Tuấn Anh</dc:creator>
  <cp:lastModifiedBy>Tuấn Anh</cp:lastModifiedBy>
  <cp:revision>1</cp:revision>
  <dcterms:created xsi:type="dcterms:W3CDTF">2025-11-23T06:21:35Z</dcterms:created>
  <dcterms:modified xsi:type="dcterms:W3CDTF">2025-11-23T07:02:17Z</dcterms:modified>
</cp:coreProperties>
</file>