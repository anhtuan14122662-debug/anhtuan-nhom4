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9" d="100"/>
          <a:sy n="89" d="100"/>
        </p:scale>
        <p:origin x="2838" y="-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8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9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82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1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0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02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2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1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48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0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01E2A7-FBFF-463D-9167-A50C0BB7AA5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CD19E-EE85-441D-8FD3-0A176CF68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4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F0CC5F-EAFA-4D7F-9F33-A49F4B722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747" y="349470"/>
            <a:ext cx="5143500" cy="44617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LƯU ĐỒ GIẢI THUẬT CHƯƠNG 8</a:t>
            </a: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C136E43E-C3E9-C15F-A6A7-5CF21E8D2C33}"/>
              </a:ext>
            </a:extLst>
          </p:cNvPr>
          <p:cNvSpPr/>
          <p:nvPr/>
        </p:nvSpPr>
        <p:spPr>
          <a:xfrm>
            <a:off x="2345377" y="976320"/>
            <a:ext cx="1799112" cy="446177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F998EB-2163-93F0-68B9-8DA4DAD80EF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244933" y="1422497"/>
            <a:ext cx="0" cy="406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3ACBA2A-B0A7-742C-818B-4A641B8A44A0}"/>
              </a:ext>
            </a:extLst>
          </p:cNvPr>
          <p:cNvSpPr/>
          <p:nvPr/>
        </p:nvSpPr>
        <p:spPr>
          <a:xfrm>
            <a:off x="2519487" y="1828800"/>
            <a:ext cx="1450891" cy="4976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danh sách rỗng  numlist = list()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4197EF-7550-CE6B-0FB5-1A6A7DB5D974}"/>
              </a:ext>
            </a:extLst>
          </p:cNvPr>
          <p:cNvCxnSpPr>
            <a:cxnSpLocks/>
          </p:cNvCxnSpPr>
          <p:nvPr/>
        </p:nvCxnSpPr>
        <p:spPr>
          <a:xfrm>
            <a:off x="3241840" y="2326481"/>
            <a:ext cx="0" cy="406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6EA2B92-4F21-EAD7-4A3F-EB073C7DB995}"/>
              </a:ext>
            </a:extLst>
          </p:cNvPr>
          <p:cNvSpPr/>
          <p:nvPr/>
        </p:nvSpPr>
        <p:spPr>
          <a:xfrm>
            <a:off x="2516394" y="2732784"/>
            <a:ext cx="1450891" cy="4976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VÒNG LẶP VÔ HẠN (While True)</a:t>
            </a:r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BF5354-2D6C-11B9-48C8-2C47D833105F}"/>
              </a:ext>
            </a:extLst>
          </p:cNvPr>
          <p:cNvCxnSpPr>
            <a:cxnSpLocks/>
          </p:cNvCxnSpPr>
          <p:nvPr/>
        </p:nvCxnSpPr>
        <p:spPr>
          <a:xfrm>
            <a:off x="3235654" y="3230465"/>
            <a:ext cx="0" cy="406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10DECD1-5B56-46DE-6223-9326872796F9}"/>
              </a:ext>
            </a:extLst>
          </p:cNvPr>
          <p:cNvSpPr/>
          <p:nvPr/>
        </p:nvSpPr>
        <p:spPr>
          <a:xfrm>
            <a:off x="2516394" y="3636768"/>
            <a:ext cx="1450891" cy="4976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Nhập giá trị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DA2167-ECC5-FC48-1345-0FA9845CE1D1}"/>
              </a:ext>
            </a:extLst>
          </p:cNvPr>
          <p:cNvCxnSpPr>
            <a:cxnSpLocks/>
          </p:cNvCxnSpPr>
          <p:nvPr/>
        </p:nvCxnSpPr>
        <p:spPr>
          <a:xfrm>
            <a:off x="3244467" y="4134449"/>
            <a:ext cx="0" cy="406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0E0EAE4B-C0ED-EC09-1BAD-06F899BB153E}"/>
              </a:ext>
            </a:extLst>
          </p:cNvPr>
          <p:cNvSpPr/>
          <p:nvPr/>
        </p:nvSpPr>
        <p:spPr>
          <a:xfrm>
            <a:off x="2300031" y="4540752"/>
            <a:ext cx="1888872" cy="780758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 == 'done' 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6B23A2-B447-8868-EA6E-277FA5F4CB9C}"/>
              </a:ext>
            </a:extLst>
          </p:cNvPr>
          <p:cNvCxnSpPr>
            <a:stCxn id="15" idx="2"/>
          </p:cNvCxnSpPr>
          <p:nvPr/>
        </p:nvCxnSpPr>
        <p:spPr>
          <a:xfrm>
            <a:off x="3244467" y="5321510"/>
            <a:ext cx="0" cy="3196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5299909-7C74-9C04-B25E-6453BDF41503}"/>
              </a:ext>
            </a:extLst>
          </p:cNvPr>
          <p:cNvCxnSpPr>
            <a:cxnSpLocks/>
          </p:cNvCxnSpPr>
          <p:nvPr/>
        </p:nvCxnSpPr>
        <p:spPr>
          <a:xfrm flipH="1">
            <a:off x="2174082" y="5624654"/>
            <a:ext cx="2052638" cy="330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8585BB-0C72-AABB-B0A4-E25E86771874}"/>
              </a:ext>
            </a:extLst>
          </p:cNvPr>
          <p:cNvCxnSpPr>
            <a:cxnSpLocks/>
          </p:cNvCxnSpPr>
          <p:nvPr/>
        </p:nvCxnSpPr>
        <p:spPr>
          <a:xfrm>
            <a:off x="2185991" y="5657708"/>
            <a:ext cx="0" cy="62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A4861D0-F276-339A-C480-EC25AEB34AD2}"/>
              </a:ext>
            </a:extLst>
          </p:cNvPr>
          <p:cNvSpPr/>
          <p:nvPr/>
        </p:nvSpPr>
        <p:spPr>
          <a:xfrm>
            <a:off x="1511756" y="6286358"/>
            <a:ext cx="1450891" cy="4976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 inp sang số thực value = float(inp) 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2E341B9-4EAB-808D-CAAC-FFAA7C6DC546}"/>
              </a:ext>
            </a:extLst>
          </p:cNvPr>
          <p:cNvCxnSpPr>
            <a:cxnSpLocks/>
          </p:cNvCxnSpPr>
          <p:nvPr/>
        </p:nvCxnSpPr>
        <p:spPr>
          <a:xfrm>
            <a:off x="2185991" y="6784039"/>
            <a:ext cx="0" cy="493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0B8A5B3F-B4E8-7609-F5F9-C2DA2CDF4656}"/>
              </a:ext>
            </a:extLst>
          </p:cNvPr>
          <p:cNvSpPr/>
          <p:nvPr/>
        </p:nvSpPr>
        <p:spPr>
          <a:xfrm>
            <a:off x="1511755" y="7277100"/>
            <a:ext cx="1450891" cy="4976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Thêm vào cuối danhsách  numlist.append(value) </a:t>
            </a:r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8FAD1B85-EBD1-E5CC-D0AB-A60C4F560860}"/>
              </a:ext>
            </a:extLst>
          </p:cNvPr>
          <p:cNvSpPr txBox="1">
            <a:spLocks/>
          </p:cNvSpPr>
          <p:nvPr/>
        </p:nvSpPr>
        <p:spPr>
          <a:xfrm>
            <a:off x="3488131" y="5332930"/>
            <a:ext cx="494926" cy="4461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5EFF3D6E-E83F-B05B-18ED-185946D51D1E}"/>
              </a:ext>
            </a:extLst>
          </p:cNvPr>
          <p:cNvSpPr txBox="1">
            <a:spLocks/>
          </p:cNvSpPr>
          <p:nvPr/>
        </p:nvSpPr>
        <p:spPr>
          <a:xfrm>
            <a:off x="2185991" y="5328378"/>
            <a:ext cx="704225" cy="446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E359650-F5A5-932B-C2CC-C5F0227D8EBE}"/>
              </a:ext>
            </a:extLst>
          </p:cNvPr>
          <p:cNvSpPr/>
          <p:nvPr/>
        </p:nvSpPr>
        <p:spPr>
          <a:xfrm>
            <a:off x="3636882" y="6251504"/>
            <a:ext cx="1450891" cy="4976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Tính trung bình cộng  average =sum(numlist)  len(numlist) </a:t>
            </a:r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8ACD972-677D-FC78-DBF2-B277C721BCBC}"/>
              </a:ext>
            </a:extLst>
          </p:cNvPr>
          <p:cNvCxnSpPr>
            <a:cxnSpLocks/>
          </p:cNvCxnSpPr>
          <p:nvPr/>
        </p:nvCxnSpPr>
        <p:spPr>
          <a:xfrm>
            <a:off x="4226720" y="5624654"/>
            <a:ext cx="0" cy="62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7DF5ABB-8E44-5E6B-54A0-C7F63DF5B062}"/>
              </a:ext>
            </a:extLst>
          </p:cNvPr>
          <p:cNvCxnSpPr>
            <a:cxnSpLocks/>
          </p:cNvCxnSpPr>
          <p:nvPr/>
        </p:nvCxnSpPr>
        <p:spPr>
          <a:xfrm>
            <a:off x="4226720" y="6749185"/>
            <a:ext cx="0" cy="62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BEE093CB-AA13-1D16-FB37-651AC752F404}"/>
              </a:ext>
            </a:extLst>
          </p:cNvPr>
          <p:cNvSpPr/>
          <p:nvPr/>
        </p:nvSpPr>
        <p:spPr>
          <a:xfrm>
            <a:off x="3636881" y="7376035"/>
            <a:ext cx="1450891" cy="4976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 kết quả</a:t>
            </a:r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7C92C3B-201C-5A3E-9794-FDAA1242455A}"/>
              </a:ext>
            </a:extLst>
          </p:cNvPr>
          <p:cNvCxnSpPr>
            <a:cxnSpLocks/>
          </p:cNvCxnSpPr>
          <p:nvPr/>
        </p:nvCxnSpPr>
        <p:spPr>
          <a:xfrm>
            <a:off x="4226720" y="7886232"/>
            <a:ext cx="0" cy="343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BF26AFF-8FEC-9340-8654-7CDB3054B484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386319" y="7525941"/>
            <a:ext cx="1125436" cy="79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CA4181B-F802-30B4-E7BC-8E367CA86EDC}"/>
              </a:ext>
            </a:extLst>
          </p:cNvPr>
          <p:cNvCxnSpPr>
            <a:cxnSpLocks/>
          </p:cNvCxnSpPr>
          <p:nvPr/>
        </p:nvCxnSpPr>
        <p:spPr>
          <a:xfrm>
            <a:off x="386319" y="2981624"/>
            <a:ext cx="0" cy="45443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8825942-A7EE-5E5E-0409-11F8F1B4FD1D}"/>
              </a:ext>
            </a:extLst>
          </p:cNvPr>
          <p:cNvCxnSpPr>
            <a:cxnSpLocks/>
          </p:cNvCxnSpPr>
          <p:nvPr/>
        </p:nvCxnSpPr>
        <p:spPr>
          <a:xfrm>
            <a:off x="365106" y="2981624"/>
            <a:ext cx="21053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Flowchart: Terminator 62">
            <a:extLst>
              <a:ext uri="{FF2B5EF4-FFF2-40B4-BE49-F238E27FC236}">
                <a16:creationId xmlns:a16="http://schemas.microsoft.com/office/drawing/2014/main" id="{6E2FB592-95BC-9F79-F1E6-F491CA06B258}"/>
              </a:ext>
            </a:extLst>
          </p:cNvPr>
          <p:cNvSpPr/>
          <p:nvPr/>
        </p:nvSpPr>
        <p:spPr>
          <a:xfrm>
            <a:off x="3388241" y="8216676"/>
            <a:ext cx="1799112" cy="446177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</p:spTree>
    <p:extLst>
      <p:ext uri="{BB962C8B-B14F-4D97-AF65-F5344CB8AC3E}">
        <p14:creationId xmlns:p14="http://schemas.microsoft.com/office/powerpoint/2010/main" val="3148509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76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</dc:creator>
  <cp:lastModifiedBy>Tuấn Anh</cp:lastModifiedBy>
  <cp:revision>1</cp:revision>
  <dcterms:created xsi:type="dcterms:W3CDTF">2025-11-24T16:56:55Z</dcterms:created>
  <dcterms:modified xsi:type="dcterms:W3CDTF">2025-11-24T17:07:38Z</dcterms:modified>
</cp:coreProperties>
</file>