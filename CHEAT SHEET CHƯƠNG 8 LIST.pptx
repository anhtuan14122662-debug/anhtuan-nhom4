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</p:sldIdLst>
  <p:sldSz cx="21674138" cy="28898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 autoAdjust="0"/>
    <p:restoredTop sz="94660"/>
  </p:normalViewPr>
  <p:slideViewPr>
    <p:cSldViewPr snapToGrid="0">
      <p:cViewPr varScale="1">
        <p:scale>
          <a:sx n="25" d="100"/>
          <a:sy n="25" d="100"/>
        </p:scale>
        <p:origin x="246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04134" y="10596251"/>
            <a:ext cx="15645132" cy="9535108"/>
          </a:xfrm>
        </p:spPr>
        <p:txBody>
          <a:bodyPr anchor="b">
            <a:normAutofit/>
          </a:bodyPr>
          <a:lstStyle>
            <a:lvl1pPr>
              <a:defRPr sz="1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04134" y="20131351"/>
            <a:ext cx="15645132" cy="4746031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1083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1674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251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3348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54185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6502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7585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8669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A60B-EFF0-4B4B-AD35-F5CC8DDFDE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75183" y="18208882"/>
            <a:ext cx="3307707" cy="3294338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3434" y="19086985"/>
            <a:ext cx="1386581" cy="1538596"/>
          </a:xfrm>
        </p:spPr>
        <p:txBody>
          <a:bodyPr/>
          <a:lstStyle/>
          <a:p>
            <a:fld id="{D35185E4-FE15-46B7-852C-AA79BE1D4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808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0736" y="2629930"/>
            <a:ext cx="15618461" cy="53975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4132" y="8990754"/>
            <a:ext cx="15625065" cy="159184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A60B-EFF0-4B4B-AD35-F5CC8DDFDE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138" y="2996894"/>
            <a:ext cx="3219728" cy="214067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185E4-FE15-46B7-852C-AA79BE1D4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618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4132" y="8741974"/>
            <a:ext cx="15625065" cy="6189360"/>
          </a:xfrm>
        </p:spPr>
        <p:txBody>
          <a:bodyPr anchor="b"/>
          <a:lstStyle>
            <a:lvl1pPr algn="l">
              <a:defRPr sz="9481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04132" y="15091622"/>
            <a:ext cx="15625065" cy="3625630"/>
          </a:xfrm>
        </p:spPr>
        <p:txBody>
          <a:bodyPr anchor="t"/>
          <a:lstStyle>
            <a:lvl1pPr marL="0" indent="0" algn="l">
              <a:buNone/>
              <a:defRPr sz="474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1083701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2pPr>
            <a:lvl3pPr marL="2167402" indent="0">
              <a:buNone/>
              <a:defRPr sz="3792">
                <a:solidFill>
                  <a:schemeClr val="tx1">
                    <a:tint val="75000"/>
                  </a:schemeClr>
                </a:solidFill>
              </a:defRPr>
            </a:lvl3pPr>
            <a:lvl4pPr marL="3251103" indent="0">
              <a:buNone/>
              <a:defRPr sz="3318">
                <a:solidFill>
                  <a:schemeClr val="tx1">
                    <a:tint val="75000"/>
                  </a:schemeClr>
                </a:solidFill>
              </a:defRPr>
            </a:lvl4pPr>
            <a:lvl5pPr marL="4334805" indent="0">
              <a:buNone/>
              <a:defRPr sz="3318">
                <a:solidFill>
                  <a:schemeClr val="tx1">
                    <a:tint val="75000"/>
                  </a:schemeClr>
                </a:solidFill>
              </a:defRPr>
            </a:lvl5pPr>
            <a:lvl6pPr marL="5418506" indent="0">
              <a:buNone/>
              <a:defRPr sz="3318">
                <a:solidFill>
                  <a:schemeClr val="tx1">
                    <a:tint val="75000"/>
                  </a:schemeClr>
                </a:solidFill>
              </a:defRPr>
            </a:lvl6pPr>
            <a:lvl7pPr marL="6502207" indent="0">
              <a:buNone/>
              <a:defRPr sz="3318">
                <a:solidFill>
                  <a:schemeClr val="tx1">
                    <a:tint val="75000"/>
                  </a:schemeClr>
                </a:solidFill>
              </a:defRPr>
            </a:lvl7pPr>
            <a:lvl8pPr marL="7585908" indent="0">
              <a:buNone/>
              <a:defRPr sz="3318">
                <a:solidFill>
                  <a:schemeClr val="tx1">
                    <a:tint val="75000"/>
                  </a:schemeClr>
                </a:solidFill>
              </a:defRPr>
            </a:lvl8pPr>
            <a:lvl9pPr marL="8669609" indent="0">
              <a:buNone/>
              <a:defRPr sz="331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A60B-EFF0-4B4B-AD35-F5CC8DDFDE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138" y="13343395"/>
            <a:ext cx="3219728" cy="214067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11770" y="13670448"/>
            <a:ext cx="1386581" cy="1538596"/>
          </a:xfrm>
        </p:spPr>
        <p:txBody>
          <a:bodyPr/>
          <a:lstStyle/>
          <a:p>
            <a:fld id="{D35185E4-FE15-46B7-852C-AA79BE1D4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31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04134" y="9003844"/>
            <a:ext cx="7579148" cy="1587539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51087" y="9003844"/>
            <a:ext cx="7578110" cy="1587539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A60B-EFF0-4B4B-AD35-F5CC8DDFDE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138" y="2996894"/>
            <a:ext cx="3219728" cy="214067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11770" y="3319632"/>
            <a:ext cx="1386581" cy="1538596"/>
          </a:xfrm>
        </p:spPr>
        <p:txBody>
          <a:bodyPr/>
          <a:lstStyle/>
          <a:p>
            <a:fld id="{D35185E4-FE15-46B7-852C-AA79BE1D4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2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9592" y="9382755"/>
            <a:ext cx="6813691" cy="2428304"/>
          </a:xfrm>
        </p:spPr>
        <p:txBody>
          <a:bodyPr anchor="b">
            <a:noAutofit/>
          </a:bodyPr>
          <a:lstStyle>
            <a:lvl1pPr marL="0" indent="0">
              <a:buNone/>
              <a:defRPr sz="5689" b="0"/>
            </a:lvl1pPr>
            <a:lvl2pPr marL="1083701" indent="0">
              <a:buNone/>
              <a:defRPr sz="4741" b="1"/>
            </a:lvl2pPr>
            <a:lvl3pPr marL="2167402" indent="0">
              <a:buNone/>
              <a:defRPr sz="4267" b="1"/>
            </a:lvl3pPr>
            <a:lvl4pPr marL="3251103" indent="0">
              <a:buNone/>
              <a:defRPr sz="3792" b="1"/>
            </a:lvl4pPr>
            <a:lvl5pPr marL="4334805" indent="0">
              <a:buNone/>
              <a:defRPr sz="3792" b="1"/>
            </a:lvl5pPr>
            <a:lvl6pPr marL="5418506" indent="0">
              <a:buNone/>
              <a:defRPr sz="3792" b="1"/>
            </a:lvl6pPr>
            <a:lvl7pPr marL="6502207" indent="0">
              <a:buNone/>
              <a:defRPr sz="3792" b="1"/>
            </a:lvl7pPr>
            <a:lvl8pPr marL="7585908" indent="0">
              <a:buNone/>
              <a:defRPr sz="3792" b="1"/>
            </a:lvl8pPr>
            <a:lvl9pPr marL="8669609" indent="0">
              <a:buNone/>
              <a:defRPr sz="37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04131" y="11811061"/>
            <a:ext cx="7579150" cy="1308708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406854" y="9369152"/>
            <a:ext cx="6810474" cy="2428304"/>
          </a:xfrm>
        </p:spPr>
        <p:txBody>
          <a:bodyPr anchor="b">
            <a:noAutofit/>
          </a:bodyPr>
          <a:lstStyle>
            <a:lvl1pPr marL="0" indent="0">
              <a:buNone/>
              <a:defRPr sz="5689" b="0"/>
            </a:lvl1pPr>
            <a:lvl2pPr marL="1083701" indent="0">
              <a:buNone/>
              <a:defRPr sz="4741" b="1"/>
            </a:lvl2pPr>
            <a:lvl3pPr marL="2167402" indent="0">
              <a:buNone/>
              <a:defRPr sz="4267" b="1"/>
            </a:lvl3pPr>
            <a:lvl4pPr marL="3251103" indent="0">
              <a:buNone/>
              <a:defRPr sz="3792" b="1"/>
            </a:lvl4pPr>
            <a:lvl5pPr marL="4334805" indent="0">
              <a:buNone/>
              <a:defRPr sz="3792" b="1"/>
            </a:lvl5pPr>
            <a:lvl6pPr marL="5418506" indent="0">
              <a:buNone/>
              <a:defRPr sz="3792" b="1"/>
            </a:lvl6pPr>
            <a:lvl7pPr marL="6502207" indent="0">
              <a:buNone/>
              <a:defRPr sz="3792" b="1"/>
            </a:lvl7pPr>
            <a:lvl8pPr marL="7585908" indent="0">
              <a:buNone/>
              <a:defRPr sz="3792" b="1"/>
            </a:lvl8pPr>
            <a:lvl9pPr marL="8669609" indent="0">
              <a:buNone/>
              <a:defRPr sz="37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642572" y="11797458"/>
            <a:ext cx="7574760" cy="1308708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A60B-EFF0-4B4B-AD35-F5CC8DDFDE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138" y="2996894"/>
            <a:ext cx="3219728" cy="214067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11770" y="3319632"/>
            <a:ext cx="1386581" cy="1538596"/>
          </a:xfrm>
        </p:spPr>
        <p:txBody>
          <a:bodyPr/>
          <a:lstStyle/>
          <a:p>
            <a:fld id="{D35185E4-FE15-46B7-852C-AA79BE1D4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38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0732" y="2629930"/>
            <a:ext cx="15618463" cy="53975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A60B-EFF0-4B4B-AD35-F5CC8DDFDE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138" y="2996894"/>
            <a:ext cx="3219728" cy="214067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185E4-FE15-46B7-852C-AA79BE1D4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58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A60B-EFF0-4B4B-AD35-F5CC8DDFDE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138" y="2996894"/>
            <a:ext cx="3219728" cy="214067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185E4-FE15-46B7-852C-AA79BE1D4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1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4131" y="1879765"/>
            <a:ext cx="6232936" cy="4114070"/>
          </a:xfrm>
        </p:spPr>
        <p:txBody>
          <a:bodyPr anchor="b"/>
          <a:lstStyle>
            <a:lvl1pPr algn="l">
              <a:defRPr sz="4741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43563" y="1879772"/>
            <a:ext cx="8985632" cy="2281805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04131" y="6736377"/>
            <a:ext cx="6232936" cy="17961432"/>
          </a:xfrm>
        </p:spPr>
        <p:txBody>
          <a:bodyPr/>
          <a:lstStyle>
            <a:lvl1pPr marL="0" indent="0">
              <a:buNone/>
              <a:defRPr sz="3318"/>
            </a:lvl1pPr>
            <a:lvl2pPr marL="1083701" indent="0">
              <a:buNone/>
              <a:defRPr sz="2844"/>
            </a:lvl2pPr>
            <a:lvl3pPr marL="2167402" indent="0">
              <a:buNone/>
              <a:defRPr sz="2370"/>
            </a:lvl3pPr>
            <a:lvl4pPr marL="3251103" indent="0">
              <a:buNone/>
              <a:defRPr sz="2133"/>
            </a:lvl4pPr>
            <a:lvl5pPr marL="4334805" indent="0">
              <a:buNone/>
              <a:defRPr sz="2133"/>
            </a:lvl5pPr>
            <a:lvl6pPr marL="5418506" indent="0">
              <a:buNone/>
              <a:defRPr sz="2133"/>
            </a:lvl6pPr>
            <a:lvl7pPr marL="6502207" indent="0">
              <a:buNone/>
              <a:defRPr sz="2133"/>
            </a:lvl7pPr>
            <a:lvl8pPr marL="7585908" indent="0">
              <a:buNone/>
              <a:defRPr sz="2133"/>
            </a:lvl8pPr>
            <a:lvl9pPr marL="8669609" indent="0">
              <a:buNone/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A60B-EFF0-4B4B-AD35-F5CC8DDFDE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138" y="2996894"/>
            <a:ext cx="3219728" cy="214067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185E4-FE15-46B7-852C-AA79BE1D4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298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4132" y="20229195"/>
            <a:ext cx="15625065" cy="2388171"/>
          </a:xfrm>
        </p:spPr>
        <p:txBody>
          <a:bodyPr anchor="b">
            <a:normAutofit/>
          </a:bodyPr>
          <a:lstStyle>
            <a:lvl1pPr algn="l">
              <a:defRPr sz="568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04132" y="2675672"/>
            <a:ext cx="15625065" cy="16244415"/>
          </a:xfrm>
        </p:spPr>
        <p:txBody>
          <a:bodyPr anchor="t">
            <a:normAutofit/>
          </a:bodyPr>
          <a:lstStyle>
            <a:lvl1pPr marL="0" indent="0" algn="ctr">
              <a:buNone/>
              <a:defRPr sz="3792"/>
            </a:lvl1pPr>
            <a:lvl2pPr marL="1083701" indent="0">
              <a:buNone/>
              <a:defRPr sz="3792"/>
            </a:lvl2pPr>
            <a:lvl3pPr marL="2167402" indent="0">
              <a:buNone/>
              <a:defRPr sz="3792"/>
            </a:lvl3pPr>
            <a:lvl4pPr marL="3251103" indent="0">
              <a:buNone/>
              <a:defRPr sz="3792"/>
            </a:lvl4pPr>
            <a:lvl5pPr marL="4334805" indent="0">
              <a:buNone/>
              <a:defRPr sz="3792"/>
            </a:lvl5pPr>
            <a:lvl6pPr marL="5418506" indent="0">
              <a:buNone/>
              <a:defRPr sz="3792"/>
            </a:lvl6pPr>
            <a:lvl7pPr marL="6502207" indent="0">
              <a:buNone/>
              <a:defRPr sz="3792"/>
            </a:lvl7pPr>
            <a:lvl8pPr marL="7585908" indent="0">
              <a:buNone/>
              <a:defRPr sz="3792"/>
            </a:lvl8pPr>
            <a:lvl9pPr marL="8669609" indent="0">
              <a:buNone/>
              <a:defRPr sz="379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04132" y="22617366"/>
            <a:ext cx="15625065" cy="2080448"/>
          </a:xfrm>
        </p:spPr>
        <p:txBody>
          <a:bodyPr>
            <a:normAutofit/>
          </a:bodyPr>
          <a:lstStyle>
            <a:lvl1pPr marL="0" indent="0">
              <a:buNone/>
              <a:defRPr sz="2844"/>
            </a:lvl1pPr>
            <a:lvl2pPr marL="1083701" indent="0">
              <a:buNone/>
              <a:defRPr sz="2844"/>
            </a:lvl2pPr>
            <a:lvl3pPr marL="2167402" indent="0">
              <a:buNone/>
              <a:defRPr sz="2370"/>
            </a:lvl3pPr>
            <a:lvl4pPr marL="3251103" indent="0">
              <a:buNone/>
              <a:defRPr sz="2133"/>
            </a:lvl4pPr>
            <a:lvl5pPr marL="4334805" indent="0">
              <a:buNone/>
              <a:defRPr sz="2133"/>
            </a:lvl5pPr>
            <a:lvl6pPr marL="5418506" indent="0">
              <a:buNone/>
              <a:defRPr sz="2133"/>
            </a:lvl6pPr>
            <a:lvl7pPr marL="6502207" indent="0">
              <a:buNone/>
              <a:defRPr sz="2133"/>
            </a:lvl7pPr>
            <a:lvl8pPr marL="7585908" indent="0">
              <a:buNone/>
              <a:defRPr sz="2133"/>
            </a:lvl8pPr>
            <a:lvl9pPr marL="8669609" indent="0">
              <a:buNone/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A60B-EFF0-4B4B-AD35-F5CC8DDFDE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138" y="20692978"/>
            <a:ext cx="3219728" cy="214067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211770" y="20998181"/>
            <a:ext cx="1386581" cy="1538596"/>
          </a:xfrm>
        </p:spPr>
        <p:txBody>
          <a:bodyPr/>
          <a:lstStyle/>
          <a:p>
            <a:fld id="{D35185E4-FE15-46B7-852C-AA79BE1D4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051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4132" y="2568787"/>
            <a:ext cx="15625065" cy="13134860"/>
          </a:xfrm>
        </p:spPr>
        <p:txBody>
          <a:bodyPr anchor="ctr">
            <a:normAutofit/>
          </a:bodyPr>
          <a:lstStyle>
            <a:lvl1pPr algn="l">
              <a:defRPr sz="1137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04132" y="18347466"/>
            <a:ext cx="15625065" cy="6556238"/>
          </a:xfrm>
        </p:spPr>
        <p:txBody>
          <a:bodyPr anchor="ctr">
            <a:normAutofit/>
          </a:bodyPr>
          <a:lstStyle>
            <a:lvl1pPr marL="0" indent="0" algn="l">
              <a:buNone/>
              <a:defRPr sz="4267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1083701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2pPr>
            <a:lvl3pPr marL="2167402" indent="0">
              <a:buNone/>
              <a:defRPr sz="3792">
                <a:solidFill>
                  <a:schemeClr val="tx1">
                    <a:tint val="75000"/>
                  </a:schemeClr>
                </a:solidFill>
              </a:defRPr>
            </a:lvl3pPr>
            <a:lvl4pPr marL="3251103" indent="0">
              <a:buNone/>
              <a:defRPr sz="3318">
                <a:solidFill>
                  <a:schemeClr val="tx1">
                    <a:tint val="75000"/>
                  </a:schemeClr>
                </a:solidFill>
              </a:defRPr>
            </a:lvl4pPr>
            <a:lvl5pPr marL="4334805" indent="0">
              <a:buNone/>
              <a:defRPr sz="3318">
                <a:solidFill>
                  <a:schemeClr val="tx1">
                    <a:tint val="75000"/>
                  </a:schemeClr>
                </a:solidFill>
              </a:defRPr>
            </a:lvl5pPr>
            <a:lvl6pPr marL="5418506" indent="0">
              <a:buNone/>
              <a:defRPr sz="3318">
                <a:solidFill>
                  <a:schemeClr val="tx1">
                    <a:tint val="75000"/>
                  </a:schemeClr>
                </a:solidFill>
              </a:defRPr>
            </a:lvl6pPr>
            <a:lvl7pPr marL="6502207" indent="0">
              <a:buNone/>
              <a:defRPr sz="3318">
                <a:solidFill>
                  <a:schemeClr val="tx1">
                    <a:tint val="75000"/>
                  </a:schemeClr>
                </a:solidFill>
              </a:defRPr>
            </a:lvl7pPr>
            <a:lvl8pPr marL="7585908" indent="0">
              <a:buNone/>
              <a:defRPr sz="3318">
                <a:solidFill>
                  <a:schemeClr val="tx1">
                    <a:tint val="75000"/>
                  </a:schemeClr>
                </a:solidFill>
              </a:defRPr>
            </a:lvl8pPr>
            <a:lvl9pPr marL="8669609" indent="0">
              <a:buNone/>
              <a:defRPr sz="331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A60B-EFF0-4B4B-AD35-F5CC8DDFDE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138" y="13343395"/>
            <a:ext cx="3219728" cy="214067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11770" y="13670448"/>
            <a:ext cx="1386581" cy="1538596"/>
          </a:xfrm>
        </p:spPr>
        <p:txBody>
          <a:bodyPr/>
          <a:lstStyle/>
          <a:p>
            <a:fld id="{D35185E4-FE15-46B7-852C-AA79BE1D4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428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6536" y="2568787"/>
            <a:ext cx="14481631" cy="12201737"/>
          </a:xfrm>
        </p:spPr>
        <p:txBody>
          <a:bodyPr anchor="ctr">
            <a:normAutofit/>
          </a:bodyPr>
          <a:lstStyle>
            <a:lvl1pPr algn="l">
              <a:defRPr sz="1137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726609" y="14770523"/>
            <a:ext cx="13401482" cy="160549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3792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1083701" indent="0">
              <a:buFontTx/>
              <a:buNone/>
              <a:defRPr/>
            </a:lvl2pPr>
            <a:lvl3pPr marL="2167402" indent="0">
              <a:buFontTx/>
              <a:buNone/>
              <a:defRPr/>
            </a:lvl3pPr>
            <a:lvl4pPr marL="3251103" indent="0">
              <a:buFontTx/>
              <a:buNone/>
              <a:defRPr/>
            </a:lvl4pPr>
            <a:lvl5pPr marL="433480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04132" y="18347466"/>
            <a:ext cx="15625065" cy="6556238"/>
          </a:xfrm>
        </p:spPr>
        <p:txBody>
          <a:bodyPr anchor="ctr">
            <a:normAutofit/>
          </a:bodyPr>
          <a:lstStyle>
            <a:lvl1pPr marL="0" indent="0" algn="l">
              <a:buNone/>
              <a:defRPr sz="4267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1083701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2pPr>
            <a:lvl3pPr marL="2167402" indent="0">
              <a:buNone/>
              <a:defRPr sz="3792">
                <a:solidFill>
                  <a:schemeClr val="tx1">
                    <a:tint val="75000"/>
                  </a:schemeClr>
                </a:solidFill>
              </a:defRPr>
            </a:lvl3pPr>
            <a:lvl4pPr marL="3251103" indent="0">
              <a:buNone/>
              <a:defRPr sz="3318">
                <a:solidFill>
                  <a:schemeClr val="tx1">
                    <a:tint val="75000"/>
                  </a:schemeClr>
                </a:solidFill>
              </a:defRPr>
            </a:lvl4pPr>
            <a:lvl5pPr marL="4334805" indent="0">
              <a:buNone/>
              <a:defRPr sz="3318">
                <a:solidFill>
                  <a:schemeClr val="tx1">
                    <a:tint val="75000"/>
                  </a:schemeClr>
                </a:solidFill>
              </a:defRPr>
            </a:lvl5pPr>
            <a:lvl6pPr marL="5418506" indent="0">
              <a:buNone/>
              <a:defRPr sz="3318">
                <a:solidFill>
                  <a:schemeClr val="tx1">
                    <a:tint val="75000"/>
                  </a:schemeClr>
                </a:solidFill>
              </a:defRPr>
            </a:lvl6pPr>
            <a:lvl7pPr marL="6502207" indent="0">
              <a:buNone/>
              <a:defRPr sz="3318">
                <a:solidFill>
                  <a:schemeClr val="tx1">
                    <a:tint val="75000"/>
                  </a:schemeClr>
                </a:solidFill>
              </a:defRPr>
            </a:lvl7pPr>
            <a:lvl8pPr marL="7585908" indent="0">
              <a:buNone/>
              <a:defRPr sz="3318">
                <a:solidFill>
                  <a:schemeClr val="tx1">
                    <a:tint val="75000"/>
                  </a:schemeClr>
                </a:solidFill>
              </a:defRPr>
            </a:lvl8pPr>
            <a:lvl9pPr marL="8669609" indent="0">
              <a:buNone/>
              <a:defRPr sz="331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A60B-EFF0-4B4B-AD35-F5CC8DDFDE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138" y="13343395"/>
            <a:ext cx="3219728" cy="214067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11770" y="13670448"/>
            <a:ext cx="1386581" cy="1538596"/>
          </a:xfrm>
        </p:spPr>
        <p:txBody>
          <a:bodyPr/>
          <a:lstStyle/>
          <a:p>
            <a:fld id="{D35185E4-FE15-46B7-852C-AA79BE1D475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286275" y="2730621"/>
            <a:ext cx="1083989" cy="2464181"/>
          </a:xfrm>
          <a:prstGeom prst="rect">
            <a:avLst/>
          </a:prstGeom>
        </p:spPr>
        <p:txBody>
          <a:bodyPr vert="horz" lIns="216741" tIns="108371" rIns="216741" bIns="108371" rtlCol="0" anchor="ctr">
            <a:noAutofit/>
          </a:bodyPr>
          <a:lstStyle/>
          <a:p>
            <a:pPr lvl="0"/>
            <a:r>
              <a:rPr lang="en-US" sz="18962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64348" y="12242637"/>
            <a:ext cx="1083989" cy="2464181"/>
          </a:xfrm>
          <a:prstGeom prst="rect">
            <a:avLst/>
          </a:prstGeom>
        </p:spPr>
        <p:txBody>
          <a:bodyPr vert="horz" lIns="216741" tIns="108371" rIns="216741" bIns="108371" rtlCol="0" anchor="ctr">
            <a:noAutofit/>
          </a:bodyPr>
          <a:lstStyle/>
          <a:p>
            <a:pPr lvl="0"/>
            <a:r>
              <a:rPr lang="en-US" sz="18962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2617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4132" y="10275153"/>
            <a:ext cx="15625065" cy="11482194"/>
          </a:xfrm>
        </p:spPr>
        <p:txBody>
          <a:bodyPr anchor="b">
            <a:normAutofit/>
          </a:bodyPr>
          <a:lstStyle>
            <a:lvl1pPr algn="l">
              <a:defRPr sz="11377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04132" y="21834687"/>
            <a:ext cx="15625065" cy="3074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A60B-EFF0-4B4B-AD35-F5CC8DDFDE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138" y="20692978"/>
            <a:ext cx="3219728" cy="214067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211770" y="20998181"/>
            <a:ext cx="1386581" cy="1538596"/>
          </a:xfrm>
        </p:spPr>
        <p:txBody>
          <a:bodyPr/>
          <a:lstStyle/>
          <a:p>
            <a:fld id="{D35185E4-FE15-46B7-852C-AA79BE1D4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31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5186536" y="2568787"/>
            <a:ext cx="14481631" cy="12201737"/>
          </a:xfrm>
        </p:spPr>
        <p:txBody>
          <a:bodyPr anchor="ctr">
            <a:normAutofit/>
          </a:bodyPr>
          <a:lstStyle>
            <a:lvl1pPr algn="l">
              <a:defRPr sz="1137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04131" y="18302605"/>
            <a:ext cx="15853342" cy="353208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5689">
                <a:solidFill>
                  <a:schemeClr val="accent1"/>
                </a:solidFill>
              </a:defRPr>
            </a:lvl1pPr>
            <a:lvl2pPr marL="1083701" indent="0">
              <a:buFontTx/>
              <a:buNone/>
              <a:defRPr/>
            </a:lvl2pPr>
            <a:lvl3pPr marL="2167402" indent="0">
              <a:buFontTx/>
              <a:buNone/>
              <a:defRPr/>
            </a:lvl3pPr>
            <a:lvl4pPr marL="3251103" indent="0">
              <a:buFontTx/>
              <a:buNone/>
              <a:defRPr/>
            </a:lvl4pPr>
            <a:lvl5pPr marL="433480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04131" y="21834687"/>
            <a:ext cx="15853342" cy="3074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A60B-EFF0-4B4B-AD35-F5CC8DDFDE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138" y="20692978"/>
            <a:ext cx="3219728" cy="214067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211770" y="20998181"/>
            <a:ext cx="1386581" cy="1538596"/>
          </a:xfrm>
        </p:spPr>
        <p:txBody>
          <a:bodyPr/>
          <a:lstStyle/>
          <a:p>
            <a:fld id="{D35185E4-FE15-46B7-852C-AA79BE1D475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286275" y="2730621"/>
            <a:ext cx="1083989" cy="2464181"/>
          </a:xfrm>
          <a:prstGeom prst="rect">
            <a:avLst/>
          </a:prstGeom>
        </p:spPr>
        <p:txBody>
          <a:bodyPr vert="horz" lIns="216741" tIns="108371" rIns="216741" bIns="108371" rtlCol="0" anchor="ctr">
            <a:noAutofit/>
          </a:bodyPr>
          <a:lstStyle/>
          <a:p>
            <a:pPr lvl="0"/>
            <a:r>
              <a:rPr lang="en-US" sz="18962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64348" y="12242637"/>
            <a:ext cx="1083989" cy="2464181"/>
          </a:xfrm>
          <a:prstGeom prst="rect">
            <a:avLst/>
          </a:prstGeom>
        </p:spPr>
        <p:txBody>
          <a:bodyPr vert="horz" lIns="216741" tIns="108371" rIns="216741" bIns="108371" rtlCol="0" anchor="ctr">
            <a:noAutofit/>
          </a:bodyPr>
          <a:lstStyle/>
          <a:p>
            <a:pPr lvl="0"/>
            <a:r>
              <a:rPr lang="en-US" sz="18962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1883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4133" y="2643824"/>
            <a:ext cx="15625062" cy="12136084"/>
          </a:xfrm>
        </p:spPr>
        <p:txBody>
          <a:bodyPr anchor="ctr">
            <a:normAutofit/>
          </a:bodyPr>
          <a:lstStyle>
            <a:lvl1pPr algn="l">
              <a:defRPr sz="11377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04132" y="18302605"/>
            <a:ext cx="15625065" cy="353208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5689">
                <a:solidFill>
                  <a:schemeClr val="accent1"/>
                </a:solidFill>
              </a:defRPr>
            </a:lvl1pPr>
            <a:lvl2pPr marL="1083701" indent="0">
              <a:buFontTx/>
              <a:buNone/>
              <a:defRPr/>
            </a:lvl2pPr>
            <a:lvl3pPr marL="2167402" indent="0">
              <a:buFontTx/>
              <a:buNone/>
              <a:defRPr/>
            </a:lvl3pPr>
            <a:lvl4pPr marL="3251103" indent="0">
              <a:buFontTx/>
              <a:buNone/>
              <a:defRPr/>
            </a:lvl4pPr>
            <a:lvl5pPr marL="433480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04132" y="21834687"/>
            <a:ext cx="15625065" cy="3074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A60B-EFF0-4B4B-AD35-F5CC8DDFDE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138" y="20692978"/>
            <a:ext cx="3219728" cy="214067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211770" y="20998181"/>
            <a:ext cx="1386581" cy="1538596"/>
          </a:xfrm>
        </p:spPr>
        <p:txBody>
          <a:bodyPr/>
          <a:lstStyle/>
          <a:p>
            <a:fld id="{D35185E4-FE15-46B7-852C-AA79BE1D4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10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A60B-EFF0-4B4B-AD35-F5CC8DDFDE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138" y="2996894"/>
            <a:ext cx="3219728" cy="214067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185E4-FE15-46B7-852C-AA79BE1D4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410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04278" y="2643821"/>
            <a:ext cx="3925550" cy="2226541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04133" y="2643821"/>
            <a:ext cx="11179219" cy="22265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A60B-EFF0-4B4B-AD35-F5CC8DDFDE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138" y="2996894"/>
            <a:ext cx="3219728" cy="214067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185E4-FE15-46B7-852C-AA79BE1D4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278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2" y="963295"/>
            <a:ext cx="4696063" cy="27974441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48404" y="1201"/>
            <a:ext cx="4627495" cy="28877646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433483" cy="2889885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10732" y="2629930"/>
            <a:ext cx="15618463" cy="53975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04132" y="8990753"/>
            <a:ext cx="15625065" cy="16376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423017" y="25852586"/>
            <a:ext cx="1816560" cy="15598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6A60B-EFF0-4B4B-AD35-F5CC8DDFDE9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04131" y="25855620"/>
            <a:ext cx="13549863" cy="15385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11770" y="3319632"/>
            <a:ext cx="1386581" cy="15385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41">
                <a:solidFill>
                  <a:srgbClr val="FEFFFF"/>
                </a:solidFill>
              </a:defRPr>
            </a:lvl1pPr>
          </a:lstStyle>
          <a:p>
            <a:fld id="{D35185E4-FE15-46B7-852C-AA79BE1D4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67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1083701" rtl="0" eaLnBrk="1" latinLnBrk="0" hangingPunct="1">
        <a:spcBef>
          <a:spcPct val="0"/>
        </a:spcBef>
        <a:buNone/>
        <a:defRPr sz="8533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812776" indent="-812776" algn="l" defTabSz="1083701" rtl="0" eaLnBrk="1" latinLnBrk="0" hangingPunct="1">
        <a:spcBef>
          <a:spcPts val="2370"/>
        </a:spcBef>
        <a:spcAft>
          <a:spcPts val="0"/>
        </a:spcAft>
        <a:buClr>
          <a:schemeClr val="accent1"/>
        </a:buClr>
        <a:buFont typeface="Wingdings 3" charset="2"/>
        <a:buChar char=""/>
        <a:defRPr sz="42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761014" indent="-677313" algn="l" defTabSz="1083701" rtl="0" eaLnBrk="1" latinLnBrk="0" hangingPunct="1">
        <a:spcBef>
          <a:spcPts val="2370"/>
        </a:spcBef>
        <a:spcAft>
          <a:spcPts val="0"/>
        </a:spcAft>
        <a:buClr>
          <a:schemeClr val="accent1"/>
        </a:buClr>
        <a:buFont typeface="Wingdings 3" charset="2"/>
        <a:buChar char=""/>
        <a:defRPr sz="379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2709253" indent="-541851" algn="l" defTabSz="1083701" rtl="0" eaLnBrk="1" latinLnBrk="0" hangingPunct="1">
        <a:spcBef>
          <a:spcPts val="2370"/>
        </a:spcBef>
        <a:spcAft>
          <a:spcPts val="0"/>
        </a:spcAft>
        <a:buClr>
          <a:schemeClr val="accent1"/>
        </a:buClr>
        <a:buFont typeface="Wingdings 3" charset="2"/>
        <a:buChar char=""/>
        <a:defRPr sz="331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3792954" indent="-541851" algn="l" defTabSz="1083701" rtl="0" eaLnBrk="1" latinLnBrk="0" hangingPunct="1">
        <a:spcBef>
          <a:spcPts val="2370"/>
        </a:spcBef>
        <a:spcAft>
          <a:spcPts val="0"/>
        </a:spcAft>
        <a:buClr>
          <a:schemeClr val="accent1"/>
        </a:buClr>
        <a:buFont typeface="Wingdings 3" charset="2"/>
        <a:buChar char=""/>
        <a:defRPr sz="284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4876655" indent="-541851" algn="l" defTabSz="1083701" rtl="0" eaLnBrk="1" latinLnBrk="0" hangingPunct="1">
        <a:spcBef>
          <a:spcPts val="2370"/>
        </a:spcBef>
        <a:spcAft>
          <a:spcPts val="0"/>
        </a:spcAft>
        <a:buClr>
          <a:schemeClr val="accent1"/>
        </a:buClr>
        <a:buFont typeface="Wingdings 3" charset="2"/>
        <a:buChar char=""/>
        <a:defRPr sz="284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5960356" indent="-541851" algn="l" defTabSz="1083701" rtl="0" eaLnBrk="1" latinLnBrk="0" hangingPunct="1">
        <a:spcBef>
          <a:spcPts val="2370"/>
        </a:spcBef>
        <a:spcAft>
          <a:spcPts val="0"/>
        </a:spcAft>
        <a:buClr>
          <a:schemeClr val="accent1"/>
        </a:buClr>
        <a:buFont typeface="Wingdings 3" charset="2"/>
        <a:buChar char=""/>
        <a:defRPr sz="284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7044058" indent="-541851" algn="l" defTabSz="1083701" rtl="0" eaLnBrk="1" latinLnBrk="0" hangingPunct="1">
        <a:spcBef>
          <a:spcPts val="2370"/>
        </a:spcBef>
        <a:spcAft>
          <a:spcPts val="0"/>
        </a:spcAft>
        <a:buClr>
          <a:schemeClr val="accent1"/>
        </a:buClr>
        <a:buFont typeface="Wingdings 3" charset="2"/>
        <a:buChar char=""/>
        <a:defRPr sz="284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8127759" indent="-541851" algn="l" defTabSz="1083701" rtl="0" eaLnBrk="1" latinLnBrk="0" hangingPunct="1">
        <a:spcBef>
          <a:spcPts val="2370"/>
        </a:spcBef>
        <a:spcAft>
          <a:spcPts val="0"/>
        </a:spcAft>
        <a:buClr>
          <a:schemeClr val="accent1"/>
        </a:buClr>
        <a:buFont typeface="Wingdings 3" charset="2"/>
        <a:buChar char=""/>
        <a:defRPr sz="284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9211460" indent="-541851" algn="l" defTabSz="1083701" rtl="0" eaLnBrk="1" latinLnBrk="0" hangingPunct="1">
        <a:spcBef>
          <a:spcPts val="2370"/>
        </a:spcBef>
        <a:spcAft>
          <a:spcPts val="0"/>
        </a:spcAft>
        <a:buClr>
          <a:schemeClr val="accent1"/>
        </a:buClr>
        <a:buFont typeface="Wingdings 3" charset="2"/>
        <a:buChar char=""/>
        <a:defRPr sz="284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3701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1083701" algn="l" defTabSz="1083701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2pPr>
      <a:lvl3pPr marL="2167402" algn="l" defTabSz="1083701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3pPr>
      <a:lvl4pPr marL="3251103" algn="l" defTabSz="1083701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4pPr>
      <a:lvl5pPr marL="4334805" algn="l" defTabSz="1083701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5pPr>
      <a:lvl6pPr marL="5418506" algn="l" defTabSz="1083701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6pPr>
      <a:lvl7pPr marL="6502207" algn="l" defTabSz="1083701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7pPr>
      <a:lvl8pPr marL="7585908" algn="l" defTabSz="1083701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8pPr>
      <a:lvl9pPr marL="8669609" algn="l" defTabSz="1083701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42A4FDA-CF7E-A772-FD18-7661618CDD6B}"/>
              </a:ext>
            </a:extLst>
          </p:cNvPr>
          <p:cNvSpPr/>
          <p:nvPr/>
        </p:nvSpPr>
        <p:spPr>
          <a:xfrm>
            <a:off x="375043" y="21910044"/>
            <a:ext cx="10952493" cy="6334756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F3B4E1E-C1E7-6D06-E748-586150E7A318}"/>
              </a:ext>
            </a:extLst>
          </p:cNvPr>
          <p:cNvSpPr/>
          <p:nvPr/>
        </p:nvSpPr>
        <p:spPr>
          <a:xfrm>
            <a:off x="385573" y="15881540"/>
            <a:ext cx="10952493" cy="563231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D6E4FC-C832-A1EF-03BC-E21170CFF576}"/>
              </a:ext>
            </a:extLst>
          </p:cNvPr>
          <p:cNvSpPr/>
          <p:nvPr/>
        </p:nvSpPr>
        <p:spPr>
          <a:xfrm>
            <a:off x="0" y="-91283"/>
            <a:ext cx="21674138" cy="2462639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75000"/>
                  <a:shade val="30000"/>
                  <a:satMod val="115000"/>
                </a:schemeClr>
              </a:gs>
              <a:gs pos="50000">
                <a:schemeClr val="accent4">
                  <a:lumMod val="75000"/>
                  <a:shade val="67500"/>
                  <a:satMod val="115000"/>
                </a:schemeClr>
              </a:gs>
              <a:gs pos="100000">
                <a:schemeClr val="accent4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67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AAB0F8-9D71-539D-1854-6B9C5483D9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9430" y="320615"/>
            <a:ext cx="18917277" cy="1424402"/>
          </a:xfrm>
          <a:ln>
            <a:noFill/>
          </a:ln>
        </p:spPr>
        <p:txBody>
          <a:bodyPr>
            <a:noAutofit/>
          </a:bodyPr>
          <a:lstStyle/>
          <a:p>
            <a:r>
              <a:rPr lang="en-US" sz="8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CHEAT SHEET CHƯƠNG 8 LIST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663F-8DDD-D5F9-2239-90218759CC4F}"/>
              </a:ext>
            </a:extLst>
          </p:cNvPr>
          <p:cNvSpPr/>
          <p:nvPr/>
        </p:nvSpPr>
        <p:spPr>
          <a:xfrm>
            <a:off x="1270691" y="2513349"/>
            <a:ext cx="10579041" cy="58458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67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C1BBB8-F2CF-6D11-3F0E-5EEBA7EC2F07}"/>
              </a:ext>
            </a:extLst>
          </p:cNvPr>
          <p:cNvSpPr/>
          <p:nvPr/>
        </p:nvSpPr>
        <p:spPr>
          <a:xfrm rot="5400000">
            <a:off x="13815959" y="947898"/>
            <a:ext cx="5833819" cy="89811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67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54D0044-006D-5A3A-B14E-BB423F37D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803" y="2596554"/>
            <a:ext cx="9477264" cy="57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16741" tIns="108371" rIns="216741" bIns="108371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300" b="1">
                <a:latin typeface="Times New Roman" panose="02020603050405020304" pitchFamily="18" charset="0"/>
                <a:cs typeface="Times New Roman" panose="02020603050405020304" pitchFamily="18" charset="0"/>
              </a:rPr>
              <a:t>1. Khái niệm cơ bản về List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- Định nghĩa:</a:t>
            </a: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List (Danh sách) là một loại "bộ sưu tập" (collection) cho phép bạn đặt nhiều giá trị vào trong một biến duy nhất.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- Cú pháp:</a:t>
            </a: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Các phần tử được bao quanh bởi ngoặc vuông [] và ngăn cách nhau bằng dấu phẩy.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- Đa dạng kiểu dữ liệu:</a:t>
            </a: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Một list có thể chứa bất kỳ đối tượng Python nào, kể cả một list khác.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friends = ['Joseph', 'Glenn', 'Sally’] 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numbers = [1, 24, 76] mixed = ['red', 24, 98.6]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empty_list = [] 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5FBEA38-E891-91B9-B053-88DDF7BBD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19022" y="2582454"/>
            <a:ext cx="8627692" cy="5851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16741" tIns="108371" rIns="216741" bIns="108371" numCol="1" anchor="ctr" anchorCtr="0" compatLnSpc="1">
            <a:prstTxWarp prst="textNoShape">
              <a:avLst/>
            </a:prstTxWarp>
            <a:spAutoFit/>
          </a:bodyPr>
          <a:lstStyle/>
          <a:p>
            <a:pPr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300" b="1">
                <a:latin typeface="Times New Roman" panose="02020603050405020304" pitchFamily="18" charset="0"/>
                <a:cs typeface="Times New Roman" panose="02020603050405020304" pitchFamily="18" charset="0"/>
              </a:rPr>
              <a:t>2. Truy cập và Thay đổi (Indexing &amp; Mutability)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- Truy cập phần tử:</a:t>
            </a: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Sử dụng chỉ số (index) trong ngoặc vuông [], bắt đầu từ 0.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friends = ['Joseph', 'Glenn', 'Sally’]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print(friends[1]) # Kết quả: Glenn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- Tính khả biến (Mutable):</a:t>
            </a: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Khác với chuỗi (string), List có thể thay đổi nội dung. Bạn có thể gán giá trị mới cho một phần tử bằng cách dùng chỉ số.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lotto = [2, 14, 26, 41, 63]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lotto[2] = 28 # Thay đổi phần tử thứ 3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# Kết quả: [2, 14, 28, 41, 63]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560B4B6-283E-9445-7BD7-C6D8EA1F7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613" y="8960147"/>
            <a:ext cx="10952494" cy="6682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16741" tIns="108371" rIns="216741" bIns="108371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3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3. Các hàm và phép toán cơ bản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- Độ dài (len):</a:t>
            </a: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Trả về số lượng phần tử trong list.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- Nối list (+):</a:t>
            </a: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Tạo ra một list mới bằng cách cộng hai list lại với nhau.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- Cắt list (Slicing :):</a:t>
            </a: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Lấy một phần của list. Tham số thứ hai là "đến nhưng không bao gồm" (up to but not including).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t = [9, 41, 12, 3, 74, 15]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t[1:3]    # [41, 12] 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t[:4]      # [9, 41, 12, 3] 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- Kiểm tra tồn tại (in / not in):</a:t>
            </a: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Trả về True hoặc False nếu phần tử có hoặc không có trong list.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- Hàm tích hợp sẵn:</a:t>
            </a: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max() (lớn nhất), min() (nhỏ nhất), sum() (tổng), sum()/len() (trung bình) .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7D36E3A8-8D26-8157-DB47-482F48385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7026" y="8903075"/>
            <a:ext cx="8864599" cy="529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16741" tIns="108371" rIns="216741" bIns="108371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3300" b="1">
                <a:latin typeface="Times New Roman" panose="02020603050405020304" pitchFamily="18" charset="0"/>
                <a:cs typeface="Times New Roman" panose="02020603050405020304" pitchFamily="18" charset="0"/>
              </a:rPr>
              <a:t>4. Các phương thức của List (Methods)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- append(giá_trị):</a:t>
            </a: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Thêm một phần tử mới vào </a:t>
            </a:r>
            <a:r>
              <a:rPr lang="en-US" alt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list.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stuff = list() 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stuff.append('book’)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stuff.append(99)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- sort():</a:t>
            </a: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Sắp xếp các phần tử trong list theo thứ tự. Lưu ý: Phương thức này thay đổi chính list đó .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friends = ['Joseph', 'Glenn', 'Sally’] 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friends.sort() </a:t>
            </a:r>
          </a:p>
          <a:p>
            <a:pPr algn="just" defTabSz="216742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# Kết quả: ['Glenn', 'Joseph', 'Sally']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13E9D43-FDE5-D64A-4475-5DDFC31B7287}"/>
              </a:ext>
            </a:extLst>
          </p:cNvPr>
          <p:cNvCxnSpPr>
            <a:cxnSpLocks/>
          </p:cNvCxnSpPr>
          <p:nvPr/>
        </p:nvCxnSpPr>
        <p:spPr>
          <a:xfrm>
            <a:off x="395187" y="8722604"/>
            <a:ext cx="20883761" cy="2400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1939FC-BC26-923B-AC44-C40B18F96B6A}"/>
              </a:ext>
            </a:extLst>
          </p:cNvPr>
          <p:cNvCxnSpPr/>
          <p:nvPr/>
        </p:nvCxnSpPr>
        <p:spPr>
          <a:xfrm>
            <a:off x="28556250" y="14526540"/>
            <a:ext cx="0" cy="73238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5">
            <a:extLst>
              <a:ext uri="{FF2B5EF4-FFF2-40B4-BE49-F238E27FC236}">
                <a16:creationId xmlns:a16="http://schemas.microsoft.com/office/drawing/2014/main" id="{BFF8FDF1-4E5D-08DB-BA2A-669FED764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031" y="15994571"/>
            <a:ext cx="10526035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List và Vòng lặp (Loops)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Duyệt theo phần tử: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Cách phổ biến nhất 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friend in friends: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print('Happy New Year:', friend)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Duyệt theo chỉ số (Range &amp; Len):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Dùng khi cần biết vị trí của phần tử.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i in range(len(friends)):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friend = friends[i]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print('Happy New Year:', friend)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723D4993-1E43-D5DB-4677-DF4DED5C2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55201" y="16007224"/>
            <a:ext cx="9068251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Chuỗi và List (Strings &amp; Lists)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split():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Chia một chuỗi thành một list các chuỗi con (mặc định chia theo dấu cách). Đây là cầu nối quan trọng giữa chuỗi và list.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abc = 'With three words’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stuff = abc.split()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Kết quả: ['With', 'three', 'words’]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Chọn ký tự phân tách (Delimiter):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Bạn có thể chỉ định ký tự để cắt chuỗi.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 = 'first;second;third’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thing = line.split(';’)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Kết quả: ['first', 'second', 'third']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760C3E3A-FBA6-4DB5-F4B6-A24CE0707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23" y="21941449"/>
            <a:ext cx="10526034" cy="660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7. Mẫu "Tách đôi" (Double Split Pattern)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Kỹ thuật dùng để trích xuất dữ liệu cụ thể từ một dòng văn bản phức tạp.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Bước 1: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Tách toàn bộ dòng để lấy phần chứa dữ liệu mong muốn.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Bước 2: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Lấy phần đó và tách tiếp lần nữa.</a:t>
            </a:r>
            <a:r>
              <a:rPr kumimoji="0" lang="en-US" altLang="en-US" sz="3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Ví dụ: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Lấy địa chỉ email từ dòng: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stephen.marquard@uct.ac.za Sat Jan 5...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words = line.split() # Tách dòng thành các từ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= words[1] # Lấy 'stephen.marquard@uct.ac.za’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pieces = email.split('@') # Tách email theo '@’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print(pieces[1]) # Kết quả: 'uct.ac.za’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61E6192-C227-A429-9C96-2E46E7BA424C}"/>
              </a:ext>
            </a:extLst>
          </p:cNvPr>
          <p:cNvCxnSpPr>
            <a:cxnSpLocks/>
          </p:cNvCxnSpPr>
          <p:nvPr/>
        </p:nvCxnSpPr>
        <p:spPr>
          <a:xfrm>
            <a:off x="596959" y="15372314"/>
            <a:ext cx="2052466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E537E86-70BC-4C6B-990B-22DA146BEF12}"/>
              </a:ext>
            </a:extLst>
          </p:cNvPr>
          <p:cNvCxnSpPr>
            <a:cxnSpLocks/>
          </p:cNvCxnSpPr>
          <p:nvPr/>
        </p:nvCxnSpPr>
        <p:spPr>
          <a:xfrm>
            <a:off x="12026729" y="8746609"/>
            <a:ext cx="34133" cy="2017624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9" name="Graphic 38" descr="Plant with solid fill">
            <a:extLst>
              <a:ext uri="{FF2B5EF4-FFF2-40B4-BE49-F238E27FC236}">
                <a16:creationId xmlns:a16="http://schemas.microsoft.com/office/drawing/2014/main" id="{19DADB54-8E36-AEA2-D18A-B242FC837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35338" y="23881043"/>
            <a:ext cx="4363757" cy="436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0543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61</TotalTime>
  <Words>856</Words>
  <Application>Microsoft Office PowerPoint</Application>
  <PresentationFormat>Custom</PresentationFormat>
  <Paragraphs>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Times New Roman</vt:lpstr>
      <vt:lpstr>Wingdings 3</vt:lpstr>
      <vt:lpstr>Wisp</vt:lpstr>
      <vt:lpstr>CHEAT SHEET CHƯƠNG 8 LIST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Tuấn Anh</dc:creator>
  <cp:lastModifiedBy>Tuấn Anh</cp:lastModifiedBy>
  <cp:revision>1</cp:revision>
  <dcterms:created xsi:type="dcterms:W3CDTF">2025-11-24T10:52:40Z</dcterms:created>
  <dcterms:modified xsi:type="dcterms:W3CDTF">2025-11-24T11:53:55Z</dcterms:modified>
</cp:coreProperties>
</file>