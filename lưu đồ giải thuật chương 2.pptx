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19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7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6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49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28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60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7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9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7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0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3A19E-0C14-49AD-ADD9-125AF6A4141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3EF32-D17D-4607-98E7-44BE4757D6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0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9BB1CE-911E-EE53-675D-3CA1402A9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4017" y="831104"/>
            <a:ext cx="5143500" cy="2943577"/>
          </a:xfrm>
        </p:spPr>
        <p:txBody>
          <a:bodyPr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Lưu đồ giải thuật bài tập cuối chương 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3055E9-9C9D-CB80-0365-0392A1400C2F}"/>
              </a:ext>
            </a:extLst>
          </p:cNvPr>
          <p:cNvCxnSpPr>
            <a:cxnSpLocks/>
          </p:cNvCxnSpPr>
          <p:nvPr/>
        </p:nvCxnSpPr>
        <p:spPr>
          <a:xfrm>
            <a:off x="2507227" y="2049517"/>
            <a:ext cx="0" cy="473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5F3CB48-54E5-4210-E38C-340CDD7710DE}"/>
              </a:ext>
            </a:extLst>
          </p:cNvPr>
          <p:cNvSpPr/>
          <p:nvPr/>
        </p:nvSpPr>
        <p:spPr>
          <a:xfrm>
            <a:off x="1313793" y="2522848"/>
            <a:ext cx="2396359" cy="5465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 lập biến ban đầu  largest_so_far = -1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554A5F-BFD2-63D2-285E-36F82B6593EF}"/>
              </a:ext>
            </a:extLst>
          </p:cNvPr>
          <p:cNvCxnSpPr>
            <a:cxnSpLocks/>
          </p:cNvCxnSpPr>
          <p:nvPr/>
        </p:nvCxnSpPr>
        <p:spPr>
          <a:xfrm>
            <a:off x="2522044" y="3069386"/>
            <a:ext cx="0" cy="473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3F32BCBB-705D-5872-68E6-886D944E8D98}"/>
              </a:ext>
            </a:extLst>
          </p:cNvPr>
          <p:cNvSpPr/>
          <p:nvPr/>
        </p:nvSpPr>
        <p:spPr>
          <a:xfrm>
            <a:off x="1706032" y="3568700"/>
            <a:ext cx="1576915" cy="542452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Hết danh sách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(vòng lặp for)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1F0C8B-D37C-CC25-A1C4-609652D79766}"/>
              </a:ext>
            </a:extLst>
          </p:cNvPr>
          <p:cNvCxnSpPr>
            <a:cxnSpLocks/>
          </p:cNvCxnSpPr>
          <p:nvPr/>
        </p:nvCxnSpPr>
        <p:spPr>
          <a:xfrm>
            <a:off x="2507227" y="4111152"/>
            <a:ext cx="0" cy="473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F673A5E-72B2-C191-1AC8-1DD2822B2008}"/>
              </a:ext>
            </a:extLst>
          </p:cNvPr>
          <p:cNvSpPr/>
          <p:nvPr/>
        </p:nvSpPr>
        <p:spPr>
          <a:xfrm>
            <a:off x="1309047" y="4551054"/>
            <a:ext cx="2396359" cy="5465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Lấy số hiện tại ( the num)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6E4ADF2-2496-200C-C694-39EBA2DC1944}"/>
              </a:ext>
            </a:extLst>
          </p:cNvPr>
          <p:cNvCxnSpPr>
            <a:cxnSpLocks/>
          </p:cNvCxnSpPr>
          <p:nvPr/>
        </p:nvCxnSpPr>
        <p:spPr>
          <a:xfrm>
            <a:off x="2522044" y="5097592"/>
            <a:ext cx="0" cy="473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Flowchart: Preparation 13">
            <a:extLst>
              <a:ext uri="{FF2B5EF4-FFF2-40B4-BE49-F238E27FC236}">
                <a16:creationId xmlns:a16="http://schemas.microsoft.com/office/drawing/2014/main" id="{6921D5D9-F3C1-5385-1681-0625A3F9BDBA}"/>
              </a:ext>
            </a:extLst>
          </p:cNvPr>
          <p:cNvSpPr/>
          <p:nvPr/>
        </p:nvSpPr>
        <p:spPr>
          <a:xfrm>
            <a:off x="1733586" y="5553548"/>
            <a:ext cx="1576915" cy="542452"/>
          </a:xfrm>
          <a:prstGeom prst="flowChartPrepa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the_num &gt; largest ?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E24603-EF3C-F1CA-5EA4-A3637328BC61}"/>
              </a:ext>
            </a:extLst>
          </p:cNvPr>
          <p:cNvSpPr/>
          <p:nvPr/>
        </p:nvSpPr>
        <p:spPr>
          <a:xfrm>
            <a:off x="1309047" y="6551956"/>
            <a:ext cx="2396359" cy="5465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số lớn nhất mới</a:t>
            </a:r>
          </a:p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largest_so_far = the_num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EE7308-FD50-5072-C9EE-B3974BD3FFEE}"/>
              </a:ext>
            </a:extLst>
          </p:cNvPr>
          <p:cNvCxnSpPr>
            <a:cxnSpLocks/>
          </p:cNvCxnSpPr>
          <p:nvPr/>
        </p:nvCxnSpPr>
        <p:spPr>
          <a:xfrm>
            <a:off x="2522043" y="6096000"/>
            <a:ext cx="0" cy="473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D61B08-4427-C46B-E3E7-D1ACA36CBB5B}"/>
              </a:ext>
            </a:extLst>
          </p:cNvPr>
          <p:cNvCxnSpPr>
            <a:cxnSpLocks/>
          </p:cNvCxnSpPr>
          <p:nvPr/>
        </p:nvCxnSpPr>
        <p:spPr>
          <a:xfrm>
            <a:off x="2512515" y="7098494"/>
            <a:ext cx="0" cy="473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0C4461-15D8-8E4E-0847-43BDD248584C}"/>
              </a:ext>
            </a:extLst>
          </p:cNvPr>
          <p:cNvSpPr txBox="1"/>
          <p:nvPr/>
        </p:nvSpPr>
        <p:spPr>
          <a:xfrm>
            <a:off x="1733586" y="7613931"/>
            <a:ext cx="3429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Quay lại vòng lặp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81776C-A6E8-11B8-129A-94F89473784D}"/>
              </a:ext>
            </a:extLst>
          </p:cNvPr>
          <p:cNvCxnSpPr>
            <a:cxnSpLocks/>
          </p:cNvCxnSpPr>
          <p:nvPr/>
        </p:nvCxnSpPr>
        <p:spPr>
          <a:xfrm>
            <a:off x="3310501" y="5823097"/>
            <a:ext cx="8868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C102DAB-D0D2-D378-3587-BA2B1A99AF71}"/>
              </a:ext>
            </a:extLst>
          </p:cNvPr>
          <p:cNvCxnSpPr>
            <a:cxnSpLocks/>
          </p:cNvCxnSpPr>
          <p:nvPr/>
        </p:nvCxnSpPr>
        <p:spPr>
          <a:xfrm>
            <a:off x="4197350" y="5823097"/>
            <a:ext cx="0" cy="15683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1D6ABAC-0AA4-4990-D569-C3ADED149BCF}"/>
              </a:ext>
            </a:extLst>
          </p:cNvPr>
          <p:cNvCxnSpPr>
            <a:cxnSpLocks/>
          </p:cNvCxnSpPr>
          <p:nvPr/>
        </p:nvCxnSpPr>
        <p:spPr>
          <a:xfrm flipH="1">
            <a:off x="2494489" y="7391400"/>
            <a:ext cx="17028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9995F4-E0FE-7861-0D98-59597B5C1733}"/>
              </a:ext>
            </a:extLst>
          </p:cNvPr>
          <p:cNvSpPr txBox="1"/>
          <p:nvPr/>
        </p:nvSpPr>
        <p:spPr>
          <a:xfrm>
            <a:off x="3475767" y="5537494"/>
            <a:ext cx="5185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BCC78E-A063-E14A-48E4-E3B6DCD7EE2F}"/>
              </a:ext>
            </a:extLst>
          </p:cNvPr>
          <p:cNvSpPr txBox="1"/>
          <p:nvPr/>
        </p:nvSpPr>
        <p:spPr>
          <a:xfrm>
            <a:off x="2467279" y="6103142"/>
            <a:ext cx="887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CAAA646-D2B4-8CFE-BF83-C692B3D36316}"/>
              </a:ext>
            </a:extLst>
          </p:cNvPr>
          <p:cNvCxnSpPr>
            <a:cxnSpLocks/>
          </p:cNvCxnSpPr>
          <p:nvPr/>
        </p:nvCxnSpPr>
        <p:spPr>
          <a:xfrm flipV="1">
            <a:off x="3282947" y="3839926"/>
            <a:ext cx="2120903" cy="63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960D3F0-C048-1069-EF77-2A90D0750EEB}"/>
              </a:ext>
            </a:extLst>
          </p:cNvPr>
          <p:cNvCxnSpPr>
            <a:cxnSpLocks/>
          </p:cNvCxnSpPr>
          <p:nvPr/>
        </p:nvCxnSpPr>
        <p:spPr>
          <a:xfrm>
            <a:off x="5403850" y="3839926"/>
            <a:ext cx="0" cy="244149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AA83D6D-3480-83DB-713B-63D69A182339}"/>
              </a:ext>
            </a:extLst>
          </p:cNvPr>
          <p:cNvSpPr txBox="1"/>
          <p:nvPr/>
        </p:nvSpPr>
        <p:spPr>
          <a:xfrm>
            <a:off x="2494489" y="4217006"/>
            <a:ext cx="10613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Có só tiếp theo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71740A-B1A2-50D4-56ED-1069CD6B4DD4}"/>
              </a:ext>
            </a:extLst>
          </p:cNvPr>
          <p:cNvSpPr txBox="1"/>
          <p:nvPr/>
        </p:nvSpPr>
        <p:spPr>
          <a:xfrm>
            <a:off x="3233817" y="3542717"/>
            <a:ext cx="10613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0E5EC3-F5C6-5C0C-E67D-A5BD0A8F931A}"/>
              </a:ext>
            </a:extLst>
          </p:cNvPr>
          <p:cNvSpPr/>
          <p:nvPr/>
        </p:nvSpPr>
        <p:spPr>
          <a:xfrm>
            <a:off x="4386755" y="6296062"/>
            <a:ext cx="2120904" cy="5465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ra: largest_so_far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C6BEE14-F98F-F235-CD6D-0CB4FD627B06}"/>
              </a:ext>
            </a:extLst>
          </p:cNvPr>
          <p:cNvCxnSpPr>
            <a:cxnSpLocks/>
          </p:cNvCxnSpPr>
          <p:nvPr/>
        </p:nvCxnSpPr>
        <p:spPr>
          <a:xfrm>
            <a:off x="5411294" y="6861828"/>
            <a:ext cx="0" cy="473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54085313-171D-E3FC-095F-5BA34DDADC97}"/>
              </a:ext>
            </a:extLst>
          </p:cNvPr>
          <p:cNvSpPr/>
          <p:nvPr/>
        </p:nvSpPr>
        <p:spPr>
          <a:xfrm>
            <a:off x="1453565" y="1658918"/>
            <a:ext cx="2136955" cy="385237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 đầu</a:t>
            </a:r>
          </a:p>
        </p:txBody>
      </p:sp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B5D25ACF-14F5-B74D-269B-B30633C7472C}"/>
              </a:ext>
            </a:extLst>
          </p:cNvPr>
          <p:cNvSpPr/>
          <p:nvPr/>
        </p:nvSpPr>
        <p:spPr>
          <a:xfrm>
            <a:off x="4730477" y="7335159"/>
            <a:ext cx="1433460" cy="385237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thúc</a:t>
            </a:r>
          </a:p>
        </p:txBody>
      </p:sp>
    </p:spTree>
    <p:extLst>
      <p:ext uri="{BB962C8B-B14F-4D97-AF65-F5344CB8AC3E}">
        <p14:creationId xmlns:p14="http://schemas.microsoft.com/office/powerpoint/2010/main" val="1208086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83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Tuấn Anh</dc:creator>
  <cp:lastModifiedBy>Tuấn Anh</cp:lastModifiedBy>
  <cp:revision>2</cp:revision>
  <dcterms:created xsi:type="dcterms:W3CDTF">2025-11-24T14:11:27Z</dcterms:created>
  <dcterms:modified xsi:type="dcterms:W3CDTF">2025-11-24T14:40:02Z</dcterms:modified>
</cp:coreProperties>
</file>