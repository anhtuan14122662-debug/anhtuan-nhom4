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19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8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35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9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2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4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3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7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4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3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091C9-CAD8-47C7-BE5E-4A848E0D4C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9804A-3008-4F89-BB76-0F8A39313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18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EB6A05-FB4F-261B-0A1A-D8FDB91A6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921" y="286603"/>
            <a:ext cx="5906157" cy="491164"/>
          </a:xfrm>
        </p:spPr>
        <p:txBody>
          <a:bodyPr/>
          <a:lstStyle/>
          <a:p>
            <a:r>
              <a:rPr lang="en-US" sz="18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LƯU ĐỒ GIẢI THUẬT BÀI TẬP 3 MÔN LẬP TRÌNH</a:t>
            </a:r>
          </a:p>
          <a:p>
            <a:endParaRPr lang="en-US"/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5E574575-E9FD-4B24-1D43-CE588ADD8E5E}"/>
              </a:ext>
            </a:extLst>
          </p:cNvPr>
          <p:cNvSpPr/>
          <p:nvPr/>
        </p:nvSpPr>
        <p:spPr>
          <a:xfrm>
            <a:off x="475921" y="1158377"/>
            <a:ext cx="1629103" cy="491164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Bắt đầu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CB0A13-7654-DB51-4ACF-E6098398C25E}"/>
              </a:ext>
            </a:extLst>
          </p:cNvPr>
          <p:cNvCxnSpPr>
            <a:cxnSpLocks/>
          </p:cNvCxnSpPr>
          <p:nvPr/>
        </p:nvCxnSpPr>
        <p:spPr>
          <a:xfrm flipH="1">
            <a:off x="1256997" y="1669977"/>
            <a:ext cx="1" cy="360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Flowchart: Preparation 8">
            <a:extLst>
              <a:ext uri="{FF2B5EF4-FFF2-40B4-BE49-F238E27FC236}">
                <a16:creationId xmlns:a16="http://schemas.microsoft.com/office/drawing/2014/main" id="{1383F3B8-5F4F-BEA8-B044-67FF11C98BA7}"/>
              </a:ext>
            </a:extLst>
          </p:cNvPr>
          <p:cNvSpPr/>
          <p:nvPr/>
        </p:nvSpPr>
        <p:spPr>
          <a:xfrm>
            <a:off x="522701" y="2005335"/>
            <a:ext cx="1535539" cy="670716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Điều kiện có đúng không ?</a:t>
            </a:r>
          </a:p>
          <a:p>
            <a:pPr algn="ctr"/>
            <a:r>
              <a:rPr lang="en-US" sz="1000">
                <a:solidFill>
                  <a:schemeClr val="tx1"/>
                </a:solidFill>
              </a:rPr>
              <a:t>VD: x &gt;0 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DEB396-A4BB-6C4E-7DEF-9612EA358F7B}"/>
              </a:ext>
            </a:extLst>
          </p:cNvPr>
          <p:cNvCxnSpPr>
            <a:cxnSpLocks/>
          </p:cNvCxnSpPr>
          <p:nvPr/>
        </p:nvCxnSpPr>
        <p:spPr>
          <a:xfrm flipV="1">
            <a:off x="2053309" y="2336751"/>
            <a:ext cx="949570" cy="39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5DDE28-E064-F87E-6597-1A9E82D6B2F6}"/>
              </a:ext>
            </a:extLst>
          </p:cNvPr>
          <p:cNvCxnSpPr>
            <a:cxnSpLocks/>
          </p:cNvCxnSpPr>
          <p:nvPr/>
        </p:nvCxnSpPr>
        <p:spPr>
          <a:xfrm>
            <a:off x="1290469" y="2676051"/>
            <a:ext cx="0" cy="528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11251A3-DE09-480D-C853-3BFE5AE65960}"/>
              </a:ext>
            </a:extLst>
          </p:cNvPr>
          <p:cNvSpPr/>
          <p:nvPr/>
        </p:nvSpPr>
        <p:spPr>
          <a:xfrm>
            <a:off x="704500" y="3204925"/>
            <a:ext cx="1171937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TIẾP TỤC CHƯƠNG TRÌNH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522588-1CD0-473A-8FA4-5FB807935C3D}"/>
              </a:ext>
            </a:extLst>
          </p:cNvPr>
          <p:cNvSpPr/>
          <p:nvPr/>
        </p:nvSpPr>
        <p:spPr>
          <a:xfrm>
            <a:off x="2416911" y="3213391"/>
            <a:ext cx="1171937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thi khối lệnh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B5946F-EBBD-8673-9521-896096B77762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002879" y="2336751"/>
            <a:ext cx="1" cy="876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31B73F1-0C05-784E-4B1F-7667C38C3B02}"/>
              </a:ext>
            </a:extLst>
          </p:cNvPr>
          <p:cNvCxnSpPr>
            <a:cxnSpLocks/>
          </p:cNvCxnSpPr>
          <p:nvPr/>
        </p:nvCxnSpPr>
        <p:spPr>
          <a:xfrm flipH="1">
            <a:off x="1912087" y="3404185"/>
            <a:ext cx="5048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Subtitle 2">
            <a:extLst>
              <a:ext uri="{FF2B5EF4-FFF2-40B4-BE49-F238E27FC236}">
                <a16:creationId xmlns:a16="http://schemas.microsoft.com/office/drawing/2014/main" id="{3456BED5-8FDC-AEFB-BE30-65629D5DF91F}"/>
              </a:ext>
            </a:extLst>
          </p:cNvPr>
          <p:cNvSpPr txBox="1">
            <a:spLocks/>
          </p:cNvSpPr>
          <p:nvPr/>
        </p:nvSpPr>
        <p:spPr>
          <a:xfrm>
            <a:off x="1256997" y="2793273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</a:t>
            </a:r>
            <a:endParaRPr lang="en-US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CC41C79A-AD0F-BC56-133E-53D7E89B8ACD}"/>
              </a:ext>
            </a:extLst>
          </p:cNvPr>
          <p:cNvSpPr txBox="1">
            <a:spLocks/>
          </p:cNvSpPr>
          <p:nvPr/>
        </p:nvSpPr>
        <p:spPr>
          <a:xfrm>
            <a:off x="3002879" y="2608850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Yes</a:t>
            </a:r>
            <a:endParaRPr lang="en-US"/>
          </a:p>
        </p:txBody>
      </p:sp>
      <p:sp>
        <p:nvSpPr>
          <p:cNvPr id="29" name="Flowchart: Terminator 28">
            <a:extLst>
              <a:ext uri="{FF2B5EF4-FFF2-40B4-BE49-F238E27FC236}">
                <a16:creationId xmlns:a16="http://schemas.microsoft.com/office/drawing/2014/main" id="{26971F6F-9BE9-D02F-8047-5AC5040D8C70}"/>
              </a:ext>
            </a:extLst>
          </p:cNvPr>
          <p:cNvSpPr/>
          <p:nvPr/>
        </p:nvSpPr>
        <p:spPr>
          <a:xfrm>
            <a:off x="898991" y="4220193"/>
            <a:ext cx="1629103" cy="491164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Bắt đầu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FDE0982-DD26-D3D9-5A3B-8D9EF670E27C}"/>
              </a:ext>
            </a:extLst>
          </p:cNvPr>
          <p:cNvCxnSpPr>
            <a:cxnSpLocks/>
          </p:cNvCxnSpPr>
          <p:nvPr/>
        </p:nvCxnSpPr>
        <p:spPr>
          <a:xfrm flipH="1">
            <a:off x="1713542" y="4711357"/>
            <a:ext cx="1" cy="360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Flowchart: Preparation 30">
            <a:extLst>
              <a:ext uri="{FF2B5EF4-FFF2-40B4-BE49-F238E27FC236}">
                <a16:creationId xmlns:a16="http://schemas.microsoft.com/office/drawing/2014/main" id="{710E77CE-3082-551A-1353-417ADB2A920F}"/>
              </a:ext>
            </a:extLst>
          </p:cNvPr>
          <p:cNvSpPr/>
          <p:nvPr/>
        </p:nvSpPr>
        <p:spPr>
          <a:xfrm>
            <a:off x="945772" y="5049345"/>
            <a:ext cx="1535539" cy="670716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Điều kiện có đúng không ?</a:t>
            </a:r>
          </a:p>
          <a:p>
            <a:pPr algn="ctr"/>
            <a:r>
              <a:rPr lang="en-US" sz="1000">
                <a:solidFill>
                  <a:schemeClr val="tx1"/>
                </a:solidFill>
              </a:rPr>
              <a:t>VD: x &gt;0 ?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C3982F2-656B-B171-2FF1-AEA0CB901FC7}"/>
              </a:ext>
            </a:extLst>
          </p:cNvPr>
          <p:cNvCxnSpPr>
            <a:cxnSpLocks/>
          </p:cNvCxnSpPr>
          <p:nvPr/>
        </p:nvCxnSpPr>
        <p:spPr>
          <a:xfrm>
            <a:off x="1713541" y="5720061"/>
            <a:ext cx="0" cy="4448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B450B33-5367-1A89-78D3-58350A725B29}"/>
              </a:ext>
            </a:extLst>
          </p:cNvPr>
          <p:cNvCxnSpPr>
            <a:cxnSpLocks/>
          </p:cNvCxnSpPr>
          <p:nvPr/>
        </p:nvCxnSpPr>
        <p:spPr>
          <a:xfrm flipH="1">
            <a:off x="1182737" y="6164901"/>
            <a:ext cx="10616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6E16C3A-35F5-EBB1-E20C-F4B60E68F2BA}"/>
              </a:ext>
            </a:extLst>
          </p:cNvPr>
          <p:cNvCxnSpPr>
            <a:cxnSpLocks/>
          </p:cNvCxnSpPr>
          <p:nvPr/>
        </p:nvCxnSpPr>
        <p:spPr>
          <a:xfrm>
            <a:off x="1182737" y="6164901"/>
            <a:ext cx="0" cy="528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968EE58-5C68-8830-E493-7D587CA7B3B4}"/>
              </a:ext>
            </a:extLst>
          </p:cNvPr>
          <p:cNvCxnSpPr>
            <a:cxnSpLocks/>
          </p:cNvCxnSpPr>
          <p:nvPr/>
        </p:nvCxnSpPr>
        <p:spPr>
          <a:xfrm>
            <a:off x="2257026" y="6164901"/>
            <a:ext cx="0" cy="528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E0A55AF-5A88-238E-7C8A-C6F748D56B4E}"/>
              </a:ext>
            </a:extLst>
          </p:cNvPr>
          <p:cNvSpPr/>
          <p:nvPr/>
        </p:nvSpPr>
        <p:spPr>
          <a:xfrm>
            <a:off x="1830942" y="6681366"/>
            <a:ext cx="1171937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Khối lệnh IF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FB06ADF-09EC-33C4-6104-EF98AFE37B47}"/>
              </a:ext>
            </a:extLst>
          </p:cNvPr>
          <p:cNvSpPr/>
          <p:nvPr/>
        </p:nvSpPr>
        <p:spPr>
          <a:xfrm>
            <a:off x="502805" y="6678008"/>
            <a:ext cx="1171937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Khối lệnh Eles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D8200473-E8D5-5296-8A2A-BB9E87EA1855}"/>
              </a:ext>
            </a:extLst>
          </p:cNvPr>
          <p:cNvSpPr txBox="1">
            <a:spLocks/>
          </p:cNvSpPr>
          <p:nvPr/>
        </p:nvSpPr>
        <p:spPr>
          <a:xfrm>
            <a:off x="678881" y="6195018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</a:t>
            </a:r>
            <a:endParaRPr lang="en-US"/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B6304162-C36E-3D22-7CBD-ED7EFE783359}"/>
              </a:ext>
            </a:extLst>
          </p:cNvPr>
          <p:cNvSpPr txBox="1">
            <a:spLocks/>
          </p:cNvSpPr>
          <p:nvPr/>
        </p:nvSpPr>
        <p:spPr>
          <a:xfrm>
            <a:off x="2230605" y="6220176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Yes</a:t>
            </a:r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77B999-F5FB-78AE-88D0-910DAC3E1D5B}"/>
              </a:ext>
            </a:extLst>
          </p:cNvPr>
          <p:cNvSpPr/>
          <p:nvPr/>
        </p:nvSpPr>
        <p:spPr>
          <a:xfrm>
            <a:off x="1129448" y="7704518"/>
            <a:ext cx="1171937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TIẾP TỤC CHƯƠNG TRÌNH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7719A95-DC9F-1D78-8C23-2ACD244F6DB8}"/>
              </a:ext>
            </a:extLst>
          </p:cNvPr>
          <p:cNvCxnSpPr>
            <a:cxnSpLocks/>
          </p:cNvCxnSpPr>
          <p:nvPr/>
        </p:nvCxnSpPr>
        <p:spPr>
          <a:xfrm flipH="1">
            <a:off x="1182737" y="7409501"/>
            <a:ext cx="10616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AA26EF2-1546-2B51-5EF4-5D76C45E40DE}"/>
              </a:ext>
            </a:extLst>
          </p:cNvPr>
          <p:cNvCxnSpPr>
            <a:cxnSpLocks/>
          </p:cNvCxnSpPr>
          <p:nvPr/>
        </p:nvCxnSpPr>
        <p:spPr>
          <a:xfrm>
            <a:off x="1182737" y="7050536"/>
            <a:ext cx="0" cy="3589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10B6151-C1FD-8DD9-A5FD-BA9C3FB057A1}"/>
              </a:ext>
            </a:extLst>
          </p:cNvPr>
          <p:cNvCxnSpPr>
            <a:cxnSpLocks/>
          </p:cNvCxnSpPr>
          <p:nvPr/>
        </p:nvCxnSpPr>
        <p:spPr>
          <a:xfrm>
            <a:off x="2257026" y="7050536"/>
            <a:ext cx="0" cy="3589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429AA6-2341-6804-3522-F505A3512811}"/>
              </a:ext>
            </a:extLst>
          </p:cNvPr>
          <p:cNvCxnSpPr>
            <a:cxnSpLocks/>
          </p:cNvCxnSpPr>
          <p:nvPr/>
        </p:nvCxnSpPr>
        <p:spPr>
          <a:xfrm flipH="1">
            <a:off x="1704714" y="7406143"/>
            <a:ext cx="8827" cy="320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322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EB6A05-FB4F-261B-0A1A-D8FDB91A6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921" y="286603"/>
            <a:ext cx="5906157" cy="491164"/>
          </a:xfrm>
        </p:spPr>
        <p:txBody>
          <a:bodyPr>
            <a:normAutofit/>
          </a:bodyPr>
          <a:lstStyle/>
          <a:p>
            <a:r>
              <a:rPr lang="en-US" sz="10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LƯU ĐỒ GIẢI THUẬT BÀI TẬP 3 MÔN LẬP TRÌNH</a:t>
            </a:r>
          </a:p>
          <a:p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5E574575-E9FD-4B24-1D43-CE588ADD8E5E}"/>
              </a:ext>
            </a:extLst>
          </p:cNvPr>
          <p:cNvSpPr/>
          <p:nvPr/>
        </p:nvSpPr>
        <p:spPr>
          <a:xfrm>
            <a:off x="475921" y="1158377"/>
            <a:ext cx="1629103" cy="491164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CB0A13-7654-DB51-4ACF-E6098398C25E}"/>
              </a:ext>
            </a:extLst>
          </p:cNvPr>
          <p:cNvCxnSpPr>
            <a:cxnSpLocks/>
          </p:cNvCxnSpPr>
          <p:nvPr/>
        </p:nvCxnSpPr>
        <p:spPr>
          <a:xfrm flipH="1">
            <a:off x="1256997" y="1669977"/>
            <a:ext cx="1" cy="360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Flowchart: Preparation 8">
            <a:extLst>
              <a:ext uri="{FF2B5EF4-FFF2-40B4-BE49-F238E27FC236}">
                <a16:creationId xmlns:a16="http://schemas.microsoft.com/office/drawing/2014/main" id="{1383F3B8-5F4F-BEA8-B044-67FF11C98BA7}"/>
              </a:ext>
            </a:extLst>
          </p:cNvPr>
          <p:cNvSpPr/>
          <p:nvPr/>
        </p:nvSpPr>
        <p:spPr>
          <a:xfrm>
            <a:off x="522701" y="2005335"/>
            <a:ext cx="1535539" cy="670716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kiện 1 (IF) 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5DDE28-E064-F87E-6597-1A9E82D6B2F6}"/>
              </a:ext>
            </a:extLst>
          </p:cNvPr>
          <p:cNvCxnSpPr>
            <a:cxnSpLocks/>
          </p:cNvCxnSpPr>
          <p:nvPr/>
        </p:nvCxnSpPr>
        <p:spPr>
          <a:xfrm>
            <a:off x="1256996" y="3702561"/>
            <a:ext cx="0" cy="452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Subtitle 2">
            <a:extLst>
              <a:ext uri="{FF2B5EF4-FFF2-40B4-BE49-F238E27FC236}">
                <a16:creationId xmlns:a16="http://schemas.microsoft.com/office/drawing/2014/main" id="{3456BED5-8FDC-AEFB-BE30-65629D5DF91F}"/>
              </a:ext>
            </a:extLst>
          </p:cNvPr>
          <p:cNvSpPr txBox="1">
            <a:spLocks/>
          </p:cNvSpPr>
          <p:nvPr/>
        </p:nvSpPr>
        <p:spPr>
          <a:xfrm>
            <a:off x="1194927" y="2691983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lowchart: Preparation 1">
            <a:extLst>
              <a:ext uri="{FF2B5EF4-FFF2-40B4-BE49-F238E27FC236}">
                <a16:creationId xmlns:a16="http://schemas.microsoft.com/office/drawing/2014/main" id="{044A6EDA-3335-C112-E812-3DAD655A4B5F}"/>
              </a:ext>
            </a:extLst>
          </p:cNvPr>
          <p:cNvSpPr/>
          <p:nvPr/>
        </p:nvSpPr>
        <p:spPr>
          <a:xfrm>
            <a:off x="489227" y="3031845"/>
            <a:ext cx="1535539" cy="670716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kiện 2 (elif) ?</a:t>
            </a:r>
          </a:p>
        </p:txBody>
      </p:sp>
      <p:sp>
        <p:nvSpPr>
          <p:cNvPr id="4" name="Flowchart: Preparation 3">
            <a:extLst>
              <a:ext uri="{FF2B5EF4-FFF2-40B4-BE49-F238E27FC236}">
                <a16:creationId xmlns:a16="http://schemas.microsoft.com/office/drawing/2014/main" id="{9FFEB731-5C16-EA54-D08D-D9024CB1C486}"/>
              </a:ext>
            </a:extLst>
          </p:cNvPr>
          <p:cNvSpPr/>
          <p:nvPr/>
        </p:nvSpPr>
        <p:spPr>
          <a:xfrm>
            <a:off x="489227" y="4155595"/>
            <a:ext cx="1535539" cy="670716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kiện…. (elif) 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D2E335-1FC8-DB19-04FF-444F3FFDA9C9}"/>
              </a:ext>
            </a:extLst>
          </p:cNvPr>
          <p:cNvCxnSpPr>
            <a:cxnSpLocks/>
          </p:cNvCxnSpPr>
          <p:nvPr/>
        </p:nvCxnSpPr>
        <p:spPr>
          <a:xfrm flipH="1">
            <a:off x="1256994" y="2680555"/>
            <a:ext cx="1" cy="360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797C5ED-1AAE-148F-EA16-1E699F406B03}"/>
              </a:ext>
            </a:extLst>
          </p:cNvPr>
          <p:cNvSpPr/>
          <p:nvPr/>
        </p:nvSpPr>
        <p:spPr>
          <a:xfrm>
            <a:off x="671027" y="5279345"/>
            <a:ext cx="1171937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thi lệnh else (mặc định nếu có)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B2BC59-C110-62DF-A452-8C7A93941C19}"/>
              </a:ext>
            </a:extLst>
          </p:cNvPr>
          <p:cNvCxnSpPr>
            <a:cxnSpLocks/>
          </p:cNvCxnSpPr>
          <p:nvPr/>
        </p:nvCxnSpPr>
        <p:spPr>
          <a:xfrm>
            <a:off x="1256995" y="4826466"/>
            <a:ext cx="0" cy="452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33F27D-8191-5413-0740-0D1844D48319}"/>
              </a:ext>
            </a:extLst>
          </p:cNvPr>
          <p:cNvCxnSpPr>
            <a:cxnSpLocks/>
          </p:cNvCxnSpPr>
          <p:nvPr/>
        </p:nvCxnSpPr>
        <p:spPr>
          <a:xfrm>
            <a:off x="4305743" y="4687721"/>
            <a:ext cx="21472" cy="1497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246AC48-A204-EBAE-FB08-51013C427E0B}"/>
              </a:ext>
            </a:extLst>
          </p:cNvPr>
          <p:cNvSpPr/>
          <p:nvPr/>
        </p:nvSpPr>
        <p:spPr>
          <a:xfrm>
            <a:off x="3703836" y="2184098"/>
            <a:ext cx="1171937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thi  lệnh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54DB0F-EB65-0228-B90C-8FE8C7ACA664}"/>
              </a:ext>
            </a:extLst>
          </p:cNvPr>
          <p:cNvSpPr/>
          <p:nvPr/>
        </p:nvSpPr>
        <p:spPr>
          <a:xfrm>
            <a:off x="3713050" y="3200669"/>
            <a:ext cx="1171937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thi lệnh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2FE940-1009-205C-F1E4-C1847178A3B7}"/>
              </a:ext>
            </a:extLst>
          </p:cNvPr>
          <p:cNvSpPr/>
          <p:nvPr/>
        </p:nvSpPr>
        <p:spPr>
          <a:xfrm>
            <a:off x="3741247" y="4304689"/>
            <a:ext cx="1171937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thi lệnh …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4BEAE1-6A97-EB44-71A2-EA580990DD9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2020828" y="2370362"/>
            <a:ext cx="1683008" cy="92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194D880-9956-0B68-514E-473A6778C8AC}"/>
              </a:ext>
            </a:extLst>
          </p:cNvPr>
          <p:cNvCxnSpPr>
            <a:cxnSpLocks/>
          </p:cNvCxnSpPr>
          <p:nvPr/>
        </p:nvCxnSpPr>
        <p:spPr>
          <a:xfrm flipV="1">
            <a:off x="2024766" y="3355856"/>
            <a:ext cx="1683008" cy="92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0029FE-6963-1F39-FAE9-A5D6FCCC0106}"/>
              </a:ext>
            </a:extLst>
          </p:cNvPr>
          <p:cNvCxnSpPr>
            <a:cxnSpLocks/>
          </p:cNvCxnSpPr>
          <p:nvPr/>
        </p:nvCxnSpPr>
        <p:spPr>
          <a:xfrm flipV="1">
            <a:off x="2024766" y="4481708"/>
            <a:ext cx="1683008" cy="92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F86BE09-94AE-DB64-3B26-3D8D006F6FF3}"/>
              </a:ext>
            </a:extLst>
          </p:cNvPr>
          <p:cNvCxnSpPr>
            <a:cxnSpLocks/>
          </p:cNvCxnSpPr>
          <p:nvPr/>
        </p:nvCxnSpPr>
        <p:spPr>
          <a:xfrm>
            <a:off x="4282951" y="3563254"/>
            <a:ext cx="6853" cy="715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76CF3E-82F4-D331-0929-4E85FED1EA5C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295081" y="2560059"/>
            <a:ext cx="3938" cy="64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Subtitle 2">
            <a:extLst>
              <a:ext uri="{FF2B5EF4-FFF2-40B4-BE49-F238E27FC236}">
                <a16:creationId xmlns:a16="http://schemas.microsoft.com/office/drawing/2014/main" id="{5567949B-FBA1-1F10-0874-37E69BCD0DBF}"/>
              </a:ext>
            </a:extLst>
          </p:cNvPr>
          <p:cNvSpPr txBox="1">
            <a:spLocks/>
          </p:cNvSpPr>
          <p:nvPr/>
        </p:nvSpPr>
        <p:spPr>
          <a:xfrm>
            <a:off x="1194927" y="3797120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63394EA4-7D9C-0E57-DEDE-2B12C59ED9C6}"/>
              </a:ext>
            </a:extLst>
          </p:cNvPr>
          <p:cNvSpPr txBox="1">
            <a:spLocks/>
          </p:cNvSpPr>
          <p:nvPr/>
        </p:nvSpPr>
        <p:spPr>
          <a:xfrm>
            <a:off x="1194926" y="4895018"/>
            <a:ext cx="748173" cy="4911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Sai, hết điệu kiện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ubtitle 2">
            <a:extLst>
              <a:ext uri="{FF2B5EF4-FFF2-40B4-BE49-F238E27FC236}">
                <a16:creationId xmlns:a16="http://schemas.microsoft.com/office/drawing/2014/main" id="{E4E6F325-94DB-7B0E-409F-F72C64D28CB5}"/>
              </a:ext>
            </a:extLst>
          </p:cNvPr>
          <p:cNvSpPr txBox="1">
            <a:spLocks/>
          </p:cNvSpPr>
          <p:nvPr/>
        </p:nvSpPr>
        <p:spPr>
          <a:xfrm>
            <a:off x="2726171" y="2073859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ubtitle 2">
            <a:extLst>
              <a:ext uri="{FF2B5EF4-FFF2-40B4-BE49-F238E27FC236}">
                <a16:creationId xmlns:a16="http://schemas.microsoft.com/office/drawing/2014/main" id="{D8FC509E-EF26-3DBA-F6B5-F88F05258997}"/>
              </a:ext>
            </a:extLst>
          </p:cNvPr>
          <p:cNvSpPr txBox="1">
            <a:spLocks/>
          </p:cNvSpPr>
          <p:nvPr/>
        </p:nvSpPr>
        <p:spPr>
          <a:xfrm>
            <a:off x="2641622" y="3078017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341847CB-2623-1457-E027-150B1CB77808}"/>
              </a:ext>
            </a:extLst>
          </p:cNvPr>
          <p:cNvSpPr txBox="1">
            <a:spLocks/>
          </p:cNvSpPr>
          <p:nvPr/>
        </p:nvSpPr>
        <p:spPr>
          <a:xfrm>
            <a:off x="2633610" y="4245371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32FB912-5FF1-3F1C-FB17-9C2D9BE351CC}"/>
              </a:ext>
            </a:extLst>
          </p:cNvPr>
          <p:cNvCxnSpPr>
            <a:cxnSpLocks/>
          </p:cNvCxnSpPr>
          <p:nvPr/>
        </p:nvCxnSpPr>
        <p:spPr>
          <a:xfrm>
            <a:off x="1842964" y="5474854"/>
            <a:ext cx="24540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1547A07-31C4-B90C-7F2E-131AD0BC556F}"/>
              </a:ext>
            </a:extLst>
          </p:cNvPr>
          <p:cNvSpPr/>
          <p:nvPr/>
        </p:nvSpPr>
        <p:spPr>
          <a:xfrm>
            <a:off x="3692600" y="6213174"/>
            <a:ext cx="1171937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 cấu trúc</a:t>
            </a:r>
          </a:p>
        </p:txBody>
      </p:sp>
    </p:spTree>
    <p:extLst>
      <p:ext uri="{BB962C8B-B14F-4D97-AF65-F5344CB8AC3E}">
        <p14:creationId xmlns:p14="http://schemas.microsoft.com/office/powerpoint/2010/main" val="173909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EB6A05-FB4F-261B-0A1A-D8FDB91A6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921" y="286603"/>
            <a:ext cx="5906157" cy="491164"/>
          </a:xfrm>
        </p:spPr>
        <p:txBody>
          <a:bodyPr>
            <a:normAutofit/>
          </a:bodyPr>
          <a:lstStyle/>
          <a:p>
            <a:r>
              <a:rPr lang="en-US" sz="10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LƯU ĐỒ GIẢI THUẬT BÀI TẬP 3 MÔN LẬP TRÌNH</a:t>
            </a:r>
          </a:p>
          <a:p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5E574575-E9FD-4B24-1D43-CE588ADD8E5E}"/>
              </a:ext>
            </a:extLst>
          </p:cNvPr>
          <p:cNvSpPr/>
          <p:nvPr/>
        </p:nvSpPr>
        <p:spPr>
          <a:xfrm>
            <a:off x="475921" y="1158377"/>
            <a:ext cx="1629103" cy="491164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 khối TRY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CB0A13-7654-DB51-4ACF-E6098398C25E}"/>
              </a:ext>
            </a:extLst>
          </p:cNvPr>
          <p:cNvCxnSpPr>
            <a:cxnSpLocks/>
          </p:cNvCxnSpPr>
          <p:nvPr/>
        </p:nvCxnSpPr>
        <p:spPr>
          <a:xfrm flipH="1">
            <a:off x="1256997" y="1669977"/>
            <a:ext cx="1" cy="360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5DDE28-E064-F87E-6597-1A9E82D6B2F6}"/>
              </a:ext>
            </a:extLst>
          </p:cNvPr>
          <p:cNvCxnSpPr>
            <a:cxnSpLocks/>
          </p:cNvCxnSpPr>
          <p:nvPr/>
        </p:nvCxnSpPr>
        <p:spPr>
          <a:xfrm>
            <a:off x="1256996" y="3702561"/>
            <a:ext cx="0" cy="452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Subtitle 2">
            <a:extLst>
              <a:ext uri="{FF2B5EF4-FFF2-40B4-BE49-F238E27FC236}">
                <a16:creationId xmlns:a16="http://schemas.microsoft.com/office/drawing/2014/main" id="{3456BED5-8FDC-AEFB-BE30-65629D5DF91F}"/>
              </a:ext>
            </a:extLst>
          </p:cNvPr>
          <p:cNvSpPr txBox="1">
            <a:spLocks/>
          </p:cNvSpPr>
          <p:nvPr/>
        </p:nvSpPr>
        <p:spPr>
          <a:xfrm>
            <a:off x="1194927" y="2691983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lowchart: Preparation 1">
            <a:extLst>
              <a:ext uri="{FF2B5EF4-FFF2-40B4-BE49-F238E27FC236}">
                <a16:creationId xmlns:a16="http://schemas.microsoft.com/office/drawing/2014/main" id="{044A6EDA-3335-C112-E812-3DAD655A4B5F}"/>
              </a:ext>
            </a:extLst>
          </p:cNvPr>
          <p:cNvSpPr/>
          <p:nvPr/>
        </p:nvSpPr>
        <p:spPr>
          <a:xfrm>
            <a:off x="489227" y="3031845"/>
            <a:ext cx="1535539" cy="670716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lỗi sảy ra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VD: Nhập chữ thay số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D2E335-1FC8-DB19-04FF-444F3FFDA9C9}"/>
              </a:ext>
            </a:extLst>
          </p:cNvPr>
          <p:cNvCxnSpPr>
            <a:cxnSpLocks/>
          </p:cNvCxnSpPr>
          <p:nvPr/>
        </p:nvCxnSpPr>
        <p:spPr>
          <a:xfrm flipH="1">
            <a:off x="1256994" y="2680555"/>
            <a:ext cx="1" cy="360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797C5ED-1AAE-148F-EA16-1E699F406B03}"/>
              </a:ext>
            </a:extLst>
          </p:cNvPr>
          <p:cNvSpPr/>
          <p:nvPr/>
        </p:nvSpPr>
        <p:spPr>
          <a:xfrm>
            <a:off x="671025" y="4164397"/>
            <a:ext cx="1221269" cy="4819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 khối lệnh EXCEPT: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(Xủ lí lỗi)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194D880-9956-0B68-514E-473A6778C8AC}"/>
              </a:ext>
            </a:extLst>
          </p:cNvPr>
          <p:cNvCxnSpPr>
            <a:cxnSpLocks/>
          </p:cNvCxnSpPr>
          <p:nvPr/>
        </p:nvCxnSpPr>
        <p:spPr>
          <a:xfrm>
            <a:off x="2024766" y="3365101"/>
            <a:ext cx="7819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F86BE09-94AE-DB64-3B26-3D8D006F6FF3}"/>
              </a:ext>
            </a:extLst>
          </p:cNvPr>
          <p:cNvCxnSpPr>
            <a:cxnSpLocks/>
          </p:cNvCxnSpPr>
          <p:nvPr/>
        </p:nvCxnSpPr>
        <p:spPr>
          <a:xfrm flipH="1">
            <a:off x="2065867" y="5436310"/>
            <a:ext cx="733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76CF3E-82F4-D331-0929-4E85FED1EA5C}"/>
              </a:ext>
            </a:extLst>
          </p:cNvPr>
          <p:cNvCxnSpPr>
            <a:cxnSpLocks/>
          </p:cNvCxnSpPr>
          <p:nvPr/>
        </p:nvCxnSpPr>
        <p:spPr>
          <a:xfrm>
            <a:off x="1253056" y="4651449"/>
            <a:ext cx="3938" cy="64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Subtitle 2">
            <a:extLst>
              <a:ext uri="{FF2B5EF4-FFF2-40B4-BE49-F238E27FC236}">
                <a16:creationId xmlns:a16="http://schemas.microsoft.com/office/drawing/2014/main" id="{5567949B-FBA1-1F10-0874-37E69BCD0DBF}"/>
              </a:ext>
            </a:extLst>
          </p:cNvPr>
          <p:cNvSpPr txBox="1">
            <a:spLocks/>
          </p:cNvSpPr>
          <p:nvPr/>
        </p:nvSpPr>
        <p:spPr>
          <a:xfrm>
            <a:off x="1194927" y="3797120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ubtitle 2">
            <a:extLst>
              <a:ext uri="{FF2B5EF4-FFF2-40B4-BE49-F238E27FC236}">
                <a16:creationId xmlns:a16="http://schemas.microsoft.com/office/drawing/2014/main" id="{D8FC509E-EF26-3DBA-F6B5-F88F05258997}"/>
              </a:ext>
            </a:extLst>
          </p:cNvPr>
          <p:cNvSpPr txBox="1">
            <a:spLocks/>
          </p:cNvSpPr>
          <p:nvPr/>
        </p:nvSpPr>
        <p:spPr>
          <a:xfrm>
            <a:off x="2349522" y="3183147"/>
            <a:ext cx="573946" cy="491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1547A07-31C4-B90C-7F2E-131AD0BC556F}"/>
              </a:ext>
            </a:extLst>
          </p:cNvPr>
          <p:cNvSpPr/>
          <p:nvPr/>
        </p:nvSpPr>
        <p:spPr>
          <a:xfrm>
            <a:off x="679995" y="5309702"/>
            <a:ext cx="1340833" cy="372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 tục chương trình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BBFA0C-C529-D3D4-76FC-39142053AFBD}"/>
              </a:ext>
            </a:extLst>
          </p:cNvPr>
          <p:cNvSpPr/>
          <p:nvPr/>
        </p:nvSpPr>
        <p:spPr>
          <a:xfrm>
            <a:off x="678903" y="2067096"/>
            <a:ext cx="1341925" cy="5955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 các dòng lệnh trong TRY: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4DFA951-3169-40EF-7410-61FDEA474F9C}"/>
              </a:ext>
            </a:extLst>
          </p:cNvPr>
          <p:cNvCxnSpPr>
            <a:cxnSpLocks/>
          </p:cNvCxnSpPr>
          <p:nvPr/>
        </p:nvCxnSpPr>
        <p:spPr>
          <a:xfrm>
            <a:off x="2800930" y="3365101"/>
            <a:ext cx="0" cy="20712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542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177</Words>
  <Application>Microsoft Office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</dc:creator>
  <cp:lastModifiedBy>Tuấn Anh</cp:lastModifiedBy>
  <cp:revision>1</cp:revision>
  <dcterms:created xsi:type="dcterms:W3CDTF">2025-11-24T14:34:56Z</dcterms:created>
  <dcterms:modified xsi:type="dcterms:W3CDTF">2025-11-24T15:10:01Z</dcterms:modified>
</cp:coreProperties>
</file>