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5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3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3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7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82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3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7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7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546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69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9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20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0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39C0948-CEA7-44ED-B2D5-C9ED6B05A8E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F24FA68-2F60-4FDC-B221-5ECFDD1D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6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7D14B6-7776-0A13-F577-7336B3057968}"/>
              </a:ext>
            </a:extLst>
          </p:cNvPr>
          <p:cNvSpPr/>
          <p:nvPr/>
        </p:nvSpPr>
        <p:spPr>
          <a:xfrm>
            <a:off x="0" y="-19942"/>
            <a:ext cx="12192000" cy="49282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CHEAT SHEET CHƯƠNG 1: NHẬP MÔN LẬP TRÌNH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6110ED-680D-B5CF-06A7-FE3CFC8D2427}"/>
              </a:ext>
            </a:extLst>
          </p:cNvPr>
          <p:cNvSpPr/>
          <p:nvPr/>
        </p:nvSpPr>
        <p:spPr>
          <a:xfrm>
            <a:off x="71349" y="634250"/>
            <a:ext cx="2830040" cy="273641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1001">
            <a:schemeClr val="lt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E5818D-79AB-D2C3-BE33-787A1488AB3B}"/>
              </a:ext>
            </a:extLst>
          </p:cNvPr>
          <p:cNvSpPr/>
          <p:nvPr/>
        </p:nvSpPr>
        <p:spPr>
          <a:xfrm>
            <a:off x="143301" y="709447"/>
            <a:ext cx="2694185" cy="4334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D9CC8B-7CB5-BE74-25B2-1F962769F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" y="1204458"/>
            <a:ext cx="2927891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Công cụ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giao tiếp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(giữa người và máy).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Chuỗi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(được lưu trữ).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Sản phẩm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đóng gói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(hoàn chỉnh, giải quyết việc cụ thể).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Người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 dụng (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xem máy tính là công cụ).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Programmer: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Người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tạo ra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(hiểu máy tính để viết công cụ).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28BF52-4686-DE54-DB5E-F66A2DC86695}"/>
              </a:ext>
            </a:extLst>
          </p:cNvPr>
          <p:cNvSpPr/>
          <p:nvPr/>
        </p:nvSpPr>
        <p:spPr>
          <a:xfrm>
            <a:off x="3013364" y="628021"/>
            <a:ext cx="3187536" cy="50954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2979C-E790-2FDD-476D-B822ABD14995}"/>
              </a:ext>
            </a:extLst>
          </p:cNvPr>
          <p:cNvSpPr/>
          <p:nvPr/>
        </p:nvSpPr>
        <p:spPr>
          <a:xfrm>
            <a:off x="3087904" y="698661"/>
            <a:ext cx="3028208" cy="4334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Architecture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D5F4923-AF28-38B9-E872-B1464898A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904" y="1238236"/>
            <a:ext cx="2880295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28566" tIns="0" rIns="-2856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(Central Processing Unit):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Bộ xử lý trung tâm chịu trách nhiệm chạy chương trình, hoạt động bằng cách liên tục hỏi "làm gì tiếp?".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Memory (RAM):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Bộ nhớ tạm thời có tốc độ cao, dữ liệu sẽ bị xóa sạch khi tắt máy.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Secondary Memory (Bộ nhớ phụ):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Bộ nhớ lưu trữ vĩnh viễn (như HDD, SSD, USB), tốc độ chậm hơn RAM nhưng dữ liệu tồn tại cho đến khi bị xóa.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Input Devices (Thiết bị Nhập):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Các công cụ đưa thông tin vào máy tính như bàn phím, chuột, màn hình cảm ứng.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Output Devices (Thiết bị Xuất):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Các công cụ hiển thị kết quả xử lý ra ngoài như màn hình, loa, máy in.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FA1F84-B7D0-264A-7126-ADA6B6C72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8" y="3597548"/>
            <a:ext cx="28514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Tools &amp; Resources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raphic 14" descr="Checklist with solid fill">
            <a:extLst>
              <a:ext uri="{FF2B5EF4-FFF2-40B4-BE49-F238E27FC236}">
                <a16:creationId xmlns:a16="http://schemas.microsoft.com/office/drawing/2014/main" id="{607CABA3-233F-672E-41FA-66EF71EDC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38" y="3486027"/>
            <a:ext cx="576586" cy="507557"/>
          </a:xfrm>
          <a:prstGeom prst="rect">
            <a:avLst/>
          </a:prstGeom>
        </p:spPr>
      </p:pic>
      <p:sp>
        <p:nvSpPr>
          <p:cNvPr id="17" name="Rectangle 5">
            <a:extLst>
              <a:ext uri="{FF2B5EF4-FFF2-40B4-BE49-F238E27FC236}">
                <a16:creationId xmlns:a16="http://schemas.microsoft.com/office/drawing/2014/main" id="{B722C174-F9E9-A108-6B68-7DEAEE826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304" y="3955828"/>
            <a:ext cx="2848419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1"/>
              <a:t>Công cụ chính:</a:t>
            </a:r>
            <a:r>
              <a:rPr lang="en-US" sz="1400"/>
              <a:t> VS Code, Python, Jupyter Notebook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Ngôn ngữ: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Tiện ích mở rộng (Extensions):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Python, Pylance, Jupyter, Live Server.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Môi trường: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Virtual Environment (venv)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62565F-0ADE-7E9C-C627-B69641F42144}"/>
              </a:ext>
            </a:extLst>
          </p:cNvPr>
          <p:cNvSpPr/>
          <p:nvPr/>
        </p:nvSpPr>
        <p:spPr>
          <a:xfrm>
            <a:off x="78698" y="4058896"/>
            <a:ext cx="166254" cy="10989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0FB14F-76A7-5E43-488C-B4442A35D8F7}"/>
              </a:ext>
            </a:extLst>
          </p:cNvPr>
          <p:cNvSpPr/>
          <p:nvPr/>
        </p:nvSpPr>
        <p:spPr>
          <a:xfrm>
            <a:off x="78698" y="4268450"/>
            <a:ext cx="166254" cy="10989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41709C-E7A7-BCEE-EF63-32DE52FA781F}"/>
              </a:ext>
            </a:extLst>
          </p:cNvPr>
          <p:cNvSpPr/>
          <p:nvPr/>
        </p:nvSpPr>
        <p:spPr>
          <a:xfrm>
            <a:off x="82338" y="4690656"/>
            <a:ext cx="166254" cy="10989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1AAD38-B09D-BAAF-AD80-147D94DEAA19}"/>
              </a:ext>
            </a:extLst>
          </p:cNvPr>
          <p:cNvSpPr/>
          <p:nvPr/>
        </p:nvSpPr>
        <p:spPr>
          <a:xfrm>
            <a:off x="82338" y="4883362"/>
            <a:ext cx="166254" cy="1098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4E4AF7-2584-4650-0D8C-0F8FF3757886}"/>
              </a:ext>
            </a:extLst>
          </p:cNvPr>
          <p:cNvSpPr/>
          <p:nvPr/>
        </p:nvSpPr>
        <p:spPr>
          <a:xfrm>
            <a:off x="82338" y="5271504"/>
            <a:ext cx="166254" cy="1098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 descr="Internet with solid fill">
            <a:extLst>
              <a:ext uri="{FF2B5EF4-FFF2-40B4-BE49-F238E27FC236}">
                <a16:creationId xmlns:a16="http://schemas.microsoft.com/office/drawing/2014/main" id="{028094E4-39EE-CF85-C4EE-7A209C17C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3625" y="4941233"/>
            <a:ext cx="649114" cy="64911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CB8FF5E-1CB3-BAA0-309F-9F9C0D04E2CD}"/>
              </a:ext>
            </a:extLst>
          </p:cNvPr>
          <p:cNvSpPr/>
          <p:nvPr/>
        </p:nvSpPr>
        <p:spPr>
          <a:xfrm>
            <a:off x="6301228" y="628021"/>
            <a:ext cx="5754815" cy="31375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618C4-CDC6-70DA-1C7E-8BA4292BC809}"/>
              </a:ext>
            </a:extLst>
          </p:cNvPr>
          <p:cNvSpPr/>
          <p:nvPr/>
        </p:nvSpPr>
        <p:spPr>
          <a:xfrm>
            <a:off x="6444934" y="694477"/>
            <a:ext cx="5467401" cy="4334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Lý do học Lập trình (Motivation)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ACA49F6E-CDB1-6302-A8A4-B31D01F93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563" y="1223893"/>
            <a:ext cx="5521772" cy="2635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4914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Giải quyết vấn đề: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Thích nghi với thách thức để tìm giải pháp tối ưu, giúp kích thích tư duy logic và sáng tạo.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 sáng tạo: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Không chỉ là viết mã, mà là quá trình tạo ra sản phẩm thực tế (web, game, app) từ con số không.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Cơ hội &amp; Thu nhập: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Ngành đang "hot" với nhu cầu nhân lực cao, mức lương hấp dẫn và cơ hội việc làm rộng mở.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Tự do &amp; Linh hoạt: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Cho phép làm việc từ xa, làm freelancer, chủ động về thời gian và địa điểm làm việc.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Học hỏi liên tục: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Công nghệ luôn thay đổi, tạo cơ hội cập nhật kiến thức mới và thỏa mãn đam mê khám phá.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 động xã hội: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Phát triển các giải pháp công nghệ giúp cải thiện đời sống trong nhiều lĩnh vực (y tế, giáo dục, môi trường).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1DD247B7-0750-4BBF-246F-795E8BA9C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8EC8B5-6651-CA7C-433D-0E779883CBE8}"/>
              </a:ext>
            </a:extLst>
          </p:cNvPr>
          <p:cNvSpPr/>
          <p:nvPr/>
        </p:nvSpPr>
        <p:spPr>
          <a:xfrm>
            <a:off x="6301226" y="3859860"/>
            <a:ext cx="5754815" cy="18636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AC8332-5790-5CF9-2CA8-ABE784453955}"/>
              </a:ext>
            </a:extLst>
          </p:cNvPr>
          <p:cNvSpPr/>
          <p:nvPr/>
        </p:nvSpPr>
        <p:spPr>
          <a:xfrm>
            <a:off x="6444934" y="3983111"/>
            <a:ext cx="5467401" cy="4334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Quy trình cài đặt (Setup Workflow)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358E0060-AE1A-EB34-9399-C6797999B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055" y="4515249"/>
            <a:ext cx="4305218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Bước 1: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Tải Visual Studio 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Bước 2: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Cài Extensions (Python, Jupyter...).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Bước 3: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Chọn thư mục làm việc (Workplace) bằng Terminal.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Bước 4: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Tạo môi trường ảo (Virtual Environment):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02FB5C-5AAF-A085-0436-A2E26A6B0634}"/>
              </a:ext>
            </a:extLst>
          </p:cNvPr>
          <p:cNvSpPr/>
          <p:nvPr/>
        </p:nvSpPr>
        <p:spPr>
          <a:xfrm>
            <a:off x="2981634" y="5940890"/>
            <a:ext cx="9042677" cy="703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7201C0-586D-EC95-8310-86A91D381335}"/>
              </a:ext>
            </a:extLst>
          </p:cNvPr>
          <p:cNvSpPr/>
          <p:nvPr/>
        </p:nvSpPr>
        <p:spPr>
          <a:xfrm>
            <a:off x="167689" y="6088258"/>
            <a:ext cx="4192556" cy="4334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Tổng quan Môn học (Course Overview)</a:t>
            </a:r>
            <a:endParaRPr lang="en-US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89FF51C-6D17-DF0F-0936-8A72F8348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633" y="5351956"/>
            <a:ext cx="5861786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Nền tảng: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Python, Jupyter Notebook, VS Code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94070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95</TotalTime>
  <Words>526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Times New Roman</vt:lpstr>
      <vt:lpstr>Tw Cen MT</vt:lpstr>
      <vt:lpstr>Wingdings</vt:lpstr>
      <vt:lpstr>Droplet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2</cp:revision>
  <dcterms:created xsi:type="dcterms:W3CDTF">2025-11-23T02:57:05Z</dcterms:created>
  <dcterms:modified xsi:type="dcterms:W3CDTF">2025-11-23T05:15:53Z</dcterms:modified>
</cp:coreProperties>
</file>